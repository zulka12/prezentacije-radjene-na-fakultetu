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25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83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ulka Musić" userId="929283a3-b21d-4ab5-b3e6-9963fe2be6ff" providerId="ADAL" clId="{23B8BFA7-C7E7-48DC-A52F-84047F813962}"/>
    <pc:docChg chg="undo custSel addSld delSld modSld">
      <pc:chgData name="Zulka Musić" userId="929283a3-b21d-4ab5-b3e6-9963fe2be6ff" providerId="ADAL" clId="{23B8BFA7-C7E7-48DC-A52F-84047F813962}" dt="2025-11-07T16:28:40.061" v="922" actId="20577"/>
      <pc:docMkLst>
        <pc:docMk/>
      </pc:docMkLst>
      <pc:sldChg chg="addSp delSp modSp mod modTransition">
        <pc:chgData name="Zulka Musić" userId="929283a3-b21d-4ab5-b3e6-9963fe2be6ff" providerId="ADAL" clId="{23B8BFA7-C7E7-48DC-A52F-84047F813962}" dt="2025-10-28T20:01:12.702" v="905"/>
        <pc:sldMkLst>
          <pc:docMk/>
          <pc:sldMk cId="703580386" sldId="256"/>
        </pc:sldMkLst>
      </pc:sldChg>
      <pc:sldChg chg="addSp delSp modSp mod modTransition">
        <pc:chgData name="Zulka Musić" userId="929283a3-b21d-4ab5-b3e6-9963fe2be6ff" providerId="ADAL" clId="{23B8BFA7-C7E7-48DC-A52F-84047F813962}" dt="2025-10-28T20:01:16.138" v="906"/>
        <pc:sldMkLst>
          <pc:docMk/>
          <pc:sldMk cId="1545825698" sldId="257"/>
        </pc:sldMkLst>
        <pc:graphicFrameChg chg="add">
          <ac:chgData name="Zulka Musić" userId="929283a3-b21d-4ab5-b3e6-9963fe2be6ff" providerId="ADAL" clId="{23B8BFA7-C7E7-48DC-A52F-84047F813962}" dt="2025-10-28T19:05:39.881" v="500" actId="26606"/>
          <ac:graphicFrameMkLst>
            <pc:docMk/>
            <pc:sldMk cId="1545825698" sldId="257"/>
            <ac:graphicFrameMk id="8" creationId="{73B9922D-ACC8-1D58-EC00-1FA8B37C3691}"/>
          </ac:graphicFrameMkLst>
        </pc:graphicFrameChg>
      </pc:sldChg>
      <pc:sldChg chg="addSp delSp modSp new mod modTransition">
        <pc:chgData name="Zulka Musić" userId="929283a3-b21d-4ab5-b3e6-9963fe2be6ff" providerId="ADAL" clId="{23B8BFA7-C7E7-48DC-A52F-84047F813962}" dt="2025-10-28T20:01:21.616" v="908"/>
        <pc:sldMkLst>
          <pc:docMk/>
          <pc:sldMk cId="3743726361" sldId="259"/>
        </pc:sldMkLst>
        <pc:spChg chg="mod">
          <ac:chgData name="Zulka Musić" userId="929283a3-b21d-4ab5-b3e6-9963fe2be6ff" providerId="ADAL" clId="{23B8BFA7-C7E7-48DC-A52F-84047F813962}" dt="2025-10-28T19:27:32.904" v="633" actId="1076"/>
          <ac:spMkLst>
            <pc:docMk/>
            <pc:sldMk cId="3743726361" sldId="259"/>
            <ac:spMk id="5" creationId="{09984FC1-F5AF-CB00-E3DA-83FBA4F1B61C}"/>
          </ac:spMkLst>
        </pc:spChg>
        <pc:spChg chg="add mod">
          <ac:chgData name="Zulka Musić" userId="929283a3-b21d-4ab5-b3e6-9963fe2be6ff" providerId="ADAL" clId="{23B8BFA7-C7E7-48DC-A52F-84047F813962}" dt="2025-10-27T20:35:30.487" v="98" actId="207"/>
          <ac:spMkLst>
            <pc:docMk/>
            <pc:sldMk cId="3743726361" sldId="259"/>
            <ac:spMk id="10" creationId="{2D8653A0-01D9-E987-22B7-08B6E73F5899}"/>
          </ac:spMkLst>
        </pc:spChg>
        <pc:graphicFrameChg chg="add">
          <ac:chgData name="Zulka Musić" userId="929283a3-b21d-4ab5-b3e6-9963fe2be6ff" providerId="ADAL" clId="{23B8BFA7-C7E7-48DC-A52F-84047F813962}" dt="2025-10-28T19:27:20.654" v="631" actId="26606"/>
          <ac:graphicFrameMkLst>
            <pc:docMk/>
            <pc:sldMk cId="3743726361" sldId="259"/>
            <ac:graphicFrameMk id="13" creationId="{1F5489F9-73DD-C099-2008-69CAA0E01986}"/>
          </ac:graphicFrameMkLst>
        </pc:graphicFrameChg>
      </pc:sldChg>
      <pc:sldChg chg="addSp delSp modSp new mod modTransition">
        <pc:chgData name="Zulka Musić" userId="929283a3-b21d-4ab5-b3e6-9963fe2be6ff" providerId="ADAL" clId="{23B8BFA7-C7E7-48DC-A52F-84047F813962}" dt="2025-10-28T20:01:23.969" v="909"/>
        <pc:sldMkLst>
          <pc:docMk/>
          <pc:sldMk cId="2065481454" sldId="260"/>
        </pc:sldMkLst>
        <pc:spChg chg="mod">
          <ac:chgData name="Zulka Musić" userId="929283a3-b21d-4ab5-b3e6-9963fe2be6ff" providerId="ADAL" clId="{23B8BFA7-C7E7-48DC-A52F-84047F813962}" dt="2025-10-28T19:20:22.673" v="546" actId="1076"/>
          <ac:spMkLst>
            <pc:docMk/>
            <pc:sldMk cId="2065481454" sldId="260"/>
            <ac:spMk id="5" creationId="{E46DCF0B-5844-F5E5-A04C-2854228B4567}"/>
          </ac:spMkLst>
        </pc:spChg>
        <pc:spChg chg="add mod">
          <ac:chgData name="Zulka Musić" userId="929283a3-b21d-4ab5-b3e6-9963fe2be6ff" providerId="ADAL" clId="{23B8BFA7-C7E7-48DC-A52F-84047F813962}" dt="2025-10-27T20:44:48.265" v="111" actId="208"/>
          <ac:spMkLst>
            <pc:docMk/>
            <pc:sldMk cId="2065481454" sldId="260"/>
            <ac:spMk id="9" creationId="{0D145FFC-B4C4-B796-05C5-21209629C655}"/>
          </ac:spMkLst>
        </pc:spChg>
        <pc:graphicFrameChg chg="add">
          <ac:chgData name="Zulka Musić" userId="929283a3-b21d-4ab5-b3e6-9963fe2be6ff" providerId="ADAL" clId="{23B8BFA7-C7E7-48DC-A52F-84047F813962}" dt="2025-10-28T19:19:56.684" v="545" actId="26606"/>
          <ac:graphicFrameMkLst>
            <pc:docMk/>
            <pc:sldMk cId="2065481454" sldId="260"/>
            <ac:graphicFrameMk id="24" creationId="{F69C35E7-95EE-D0E8-2FE2-86B5BBACEBF7}"/>
          </ac:graphicFrameMkLst>
        </pc:graphicFrameChg>
        <pc:picChg chg="add mod">
          <ac:chgData name="Zulka Musić" userId="929283a3-b21d-4ab5-b3e6-9963fe2be6ff" providerId="ADAL" clId="{23B8BFA7-C7E7-48DC-A52F-84047F813962}" dt="2025-10-28T19:18:18.913" v="537" actId="1076"/>
          <ac:picMkLst>
            <pc:docMk/>
            <pc:sldMk cId="2065481454" sldId="260"/>
            <ac:picMk id="20" creationId="{BDA27956-EE93-3075-677E-CA5E0BE8C17B}"/>
          </ac:picMkLst>
        </pc:picChg>
        <pc:picChg chg="add mod">
          <ac:chgData name="Zulka Musić" userId="929283a3-b21d-4ab5-b3e6-9963fe2be6ff" providerId="ADAL" clId="{23B8BFA7-C7E7-48DC-A52F-84047F813962}" dt="2025-10-28T19:18:24.416" v="538" actId="1076"/>
          <ac:picMkLst>
            <pc:docMk/>
            <pc:sldMk cId="2065481454" sldId="260"/>
            <ac:picMk id="21" creationId="{6A84C3A5-D485-C6F8-7A42-3261C414A3B9}"/>
          </ac:picMkLst>
        </pc:picChg>
      </pc:sldChg>
      <pc:sldChg chg="addSp delSp modSp new mod modTransition">
        <pc:chgData name="Zulka Musić" userId="929283a3-b21d-4ab5-b3e6-9963fe2be6ff" providerId="ADAL" clId="{23B8BFA7-C7E7-48DC-A52F-84047F813962}" dt="2025-10-28T20:01:30.096" v="910"/>
        <pc:sldMkLst>
          <pc:docMk/>
          <pc:sldMk cId="2533313911" sldId="261"/>
        </pc:sldMkLst>
        <pc:spChg chg="mod">
          <ac:chgData name="Zulka Musić" userId="929283a3-b21d-4ab5-b3e6-9963fe2be6ff" providerId="ADAL" clId="{23B8BFA7-C7E7-48DC-A52F-84047F813962}" dt="2025-10-28T19:22:43.476" v="565" actId="122"/>
          <ac:spMkLst>
            <pc:docMk/>
            <pc:sldMk cId="2533313911" sldId="261"/>
            <ac:spMk id="5" creationId="{56B712DE-7BC9-4952-9058-D205A8EF49ED}"/>
          </ac:spMkLst>
        </pc:spChg>
        <pc:spChg chg="add mod">
          <ac:chgData name="Zulka Musić" userId="929283a3-b21d-4ab5-b3e6-9963fe2be6ff" providerId="ADAL" clId="{23B8BFA7-C7E7-48DC-A52F-84047F813962}" dt="2025-10-27T20:49:19.577" v="153" actId="208"/>
          <ac:spMkLst>
            <pc:docMk/>
            <pc:sldMk cId="2533313911" sldId="261"/>
            <ac:spMk id="9" creationId="{AFE8738B-B010-09C0-6AB0-59CAA61C1903}"/>
          </ac:spMkLst>
        </pc:spChg>
        <pc:spChg chg="add mod">
          <ac:chgData name="Zulka Musić" userId="929283a3-b21d-4ab5-b3e6-9963fe2be6ff" providerId="ADAL" clId="{23B8BFA7-C7E7-48DC-A52F-84047F813962}" dt="2025-10-28T19:26:30.164" v="625" actId="1076"/>
          <ac:spMkLst>
            <pc:docMk/>
            <pc:sldMk cId="2533313911" sldId="261"/>
            <ac:spMk id="14" creationId="{9BE7D219-249F-D30F-1D9D-82CF426DA4AA}"/>
          </ac:spMkLst>
        </pc:spChg>
        <pc:spChg chg="add mod">
          <ac:chgData name="Zulka Musić" userId="929283a3-b21d-4ab5-b3e6-9963fe2be6ff" providerId="ADAL" clId="{23B8BFA7-C7E7-48DC-A52F-84047F813962}" dt="2025-10-28T19:26:35.365" v="626" actId="1076"/>
          <ac:spMkLst>
            <pc:docMk/>
            <pc:sldMk cId="2533313911" sldId="261"/>
            <ac:spMk id="15" creationId="{FC8C68BA-CB8B-892A-3E91-F8CC85D1C5D5}"/>
          </ac:spMkLst>
        </pc:spChg>
        <pc:picChg chg="add mod">
          <ac:chgData name="Zulka Musić" userId="929283a3-b21d-4ab5-b3e6-9963fe2be6ff" providerId="ADAL" clId="{23B8BFA7-C7E7-48DC-A52F-84047F813962}" dt="2025-10-28T19:24:15.084" v="575" actId="1076"/>
          <ac:picMkLst>
            <pc:docMk/>
            <pc:sldMk cId="2533313911" sldId="261"/>
            <ac:picMk id="12" creationId="{FFAC9D55-FABD-A465-5D7F-411B87460D5E}"/>
          </ac:picMkLst>
        </pc:picChg>
        <pc:picChg chg="add mod">
          <ac:chgData name="Zulka Musić" userId="929283a3-b21d-4ab5-b3e6-9963fe2be6ff" providerId="ADAL" clId="{23B8BFA7-C7E7-48DC-A52F-84047F813962}" dt="2025-10-28T19:26:12.946" v="623" actId="1076"/>
          <ac:picMkLst>
            <pc:docMk/>
            <pc:sldMk cId="2533313911" sldId="261"/>
            <ac:picMk id="13" creationId="{D28408BC-83E9-BA8B-6520-8690D06B5884}"/>
          </ac:picMkLst>
        </pc:picChg>
      </pc:sldChg>
      <pc:sldChg chg="addSp delSp modSp new mod modTransition">
        <pc:chgData name="Zulka Musić" userId="929283a3-b21d-4ab5-b3e6-9963fe2be6ff" providerId="ADAL" clId="{23B8BFA7-C7E7-48DC-A52F-84047F813962}" dt="2025-10-28T20:01:33.030" v="911"/>
        <pc:sldMkLst>
          <pc:docMk/>
          <pc:sldMk cId="3981531224" sldId="262"/>
        </pc:sldMkLst>
        <pc:spChg chg="mod">
          <ac:chgData name="Zulka Musić" userId="929283a3-b21d-4ab5-b3e6-9963fe2be6ff" providerId="ADAL" clId="{23B8BFA7-C7E7-48DC-A52F-84047F813962}" dt="2025-10-28T19:37:58.804" v="659" actId="1076"/>
          <ac:spMkLst>
            <pc:docMk/>
            <pc:sldMk cId="3981531224" sldId="262"/>
            <ac:spMk id="5" creationId="{2AA2AB14-A00F-B664-8AFF-1A2AD8FCBB70}"/>
          </ac:spMkLst>
        </pc:spChg>
        <pc:spChg chg="add mod">
          <ac:chgData name="Zulka Musić" userId="929283a3-b21d-4ab5-b3e6-9963fe2be6ff" providerId="ADAL" clId="{23B8BFA7-C7E7-48DC-A52F-84047F813962}" dt="2025-10-27T20:50:40.767" v="190" actId="208"/>
          <ac:spMkLst>
            <pc:docMk/>
            <pc:sldMk cId="3981531224" sldId="262"/>
            <ac:spMk id="9" creationId="{58AF7FB5-8E62-9E38-D255-402C813FF2E5}"/>
          </ac:spMkLst>
        </pc:spChg>
        <pc:graphicFrameChg chg="add mod">
          <ac:chgData name="Zulka Musić" userId="929283a3-b21d-4ab5-b3e6-9963fe2be6ff" providerId="ADAL" clId="{23B8BFA7-C7E7-48DC-A52F-84047F813962}" dt="2025-10-28T19:37:41.544" v="657" actId="1076"/>
          <ac:graphicFrameMkLst>
            <pc:docMk/>
            <pc:sldMk cId="3981531224" sldId="262"/>
            <ac:graphicFrameMk id="17" creationId="{F381FE04-49AA-2F16-4589-3FDD36F19B17}"/>
          </ac:graphicFrameMkLst>
        </pc:graphicFrameChg>
        <pc:picChg chg="add mod">
          <ac:chgData name="Zulka Musić" userId="929283a3-b21d-4ab5-b3e6-9963fe2be6ff" providerId="ADAL" clId="{23B8BFA7-C7E7-48DC-A52F-84047F813962}" dt="2025-10-28T19:35:25.196" v="644" actId="1076"/>
          <ac:picMkLst>
            <pc:docMk/>
            <pc:sldMk cId="3981531224" sldId="262"/>
            <ac:picMk id="11" creationId="{43C49689-88B5-1F88-114E-3FDD8A5DE9AD}"/>
          </ac:picMkLst>
        </pc:picChg>
      </pc:sldChg>
      <pc:sldChg chg="addSp delSp modSp new mod modTransition">
        <pc:chgData name="Zulka Musić" userId="929283a3-b21d-4ab5-b3e6-9963fe2be6ff" providerId="ADAL" clId="{23B8BFA7-C7E7-48DC-A52F-84047F813962}" dt="2025-10-28T20:01:37.177" v="912"/>
        <pc:sldMkLst>
          <pc:docMk/>
          <pc:sldMk cId="2399557400" sldId="263"/>
        </pc:sldMkLst>
        <pc:spChg chg="mod">
          <ac:chgData name="Zulka Musić" userId="929283a3-b21d-4ab5-b3e6-9963fe2be6ff" providerId="ADAL" clId="{23B8BFA7-C7E7-48DC-A52F-84047F813962}" dt="2025-10-28T19:40:52.291" v="671" actId="1076"/>
          <ac:spMkLst>
            <pc:docMk/>
            <pc:sldMk cId="2399557400" sldId="263"/>
            <ac:spMk id="5" creationId="{0E302486-6F05-5E94-59A3-ED697A55214B}"/>
          </ac:spMkLst>
        </pc:spChg>
        <pc:spChg chg="add mod">
          <ac:chgData name="Zulka Musić" userId="929283a3-b21d-4ab5-b3e6-9963fe2be6ff" providerId="ADAL" clId="{23B8BFA7-C7E7-48DC-A52F-84047F813962}" dt="2025-10-27T20:57:31.240" v="264" actId="208"/>
          <ac:spMkLst>
            <pc:docMk/>
            <pc:sldMk cId="2399557400" sldId="263"/>
            <ac:spMk id="10" creationId="{B7C9B828-B06D-AFC6-20F1-680C0527A5C3}"/>
          </ac:spMkLst>
        </pc:spChg>
        <pc:graphicFrameChg chg="add">
          <ac:chgData name="Zulka Musić" userId="929283a3-b21d-4ab5-b3e6-9963fe2be6ff" providerId="ADAL" clId="{23B8BFA7-C7E7-48DC-A52F-84047F813962}" dt="2025-10-28T19:40:32.183" v="669" actId="26606"/>
          <ac:graphicFrameMkLst>
            <pc:docMk/>
            <pc:sldMk cId="2399557400" sldId="263"/>
            <ac:graphicFrameMk id="16" creationId="{8508CF82-0FAA-ADAC-1C85-B421448A38C1}"/>
          </ac:graphicFrameMkLst>
        </pc:graphicFrameChg>
      </pc:sldChg>
      <pc:sldChg chg="addSp delSp modSp new mod modTransition">
        <pc:chgData name="Zulka Musić" userId="929283a3-b21d-4ab5-b3e6-9963fe2be6ff" providerId="ADAL" clId="{23B8BFA7-C7E7-48DC-A52F-84047F813962}" dt="2025-10-28T20:01:41.537" v="913"/>
        <pc:sldMkLst>
          <pc:docMk/>
          <pc:sldMk cId="1833516061" sldId="264"/>
        </pc:sldMkLst>
        <pc:spChg chg="mod">
          <ac:chgData name="Zulka Musić" userId="929283a3-b21d-4ab5-b3e6-9963fe2be6ff" providerId="ADAL" clId="{23B8BFA7-C7E7-48DC-A52F-84047F813962}" dt="2025-10-28T19:42:57.075" v="684" actId="1076"/>
          <ac:spMkLst>
            <pc:docMk/>
            <pc:sldMk cId="1833516061" sldId="264"/>
            <ac:spMk id="5" creationId="{3270D7B1-8F15-725D-1E22-94914D8A49A2}"/>
          </ac:spMkLst>
        </pc:spChg>
        <pc:spChg chg="add mod">
          <ac:chgData name="Zulka Musić" userId="929283a3-b21d-4ab5-b3e6-9963fe2be6ff" providerId="ADAL" clId="{23B8BFA7-C7E7-48DC-A52F-84047F813962}" dt="2025-10-27T21:02:46.550" v="310" actId="208"/>
          <ac:spMkLst>
            <pc:docMk/>
            <pc:sldMk cId="1833516061" sldId="264"/>
            <ac:spMk id="9" creationId="{1DFBD9CA-43AE-0DEB-CC02-7932B2A2639F}"/>
          </ac:spMkLst>
        </pc:spChg>
        <pc:picChg chg="add mod">
          <ac:chgData name="Zulka Musić" userId="929283a3-b21d-4ab5-b3e6-9963fe2be6ff" providerId="ADAL" clId="{23B8BFA7-C7E7-48DC-A52F-84047F813962}" dt="2025-10-28T19:43:24.018" v="690" actId="14100"/>
          <ac:picMkLst>
            <pc:docMk/>
            <pc:sldMk cId="1833516061" sldId="264"/>
            <ac:picMk id="10" creationId="{9D084C55-DD19-7CE9-3650-CD8A1FCAEC94}"/>
          </ac:picMkLst>
        </pc:picChg>
        <pc:picChg chg="add mod">
          <ac:chgData name="Zulka Musić" userId="929283a3-b21d-4ab5-b3e6-9963fe2be6ff" providerId="ADAL" clId="{23B8BFA7-C7E7-48DC-A52F-84047F813962}" dt="2025-10-28T19:43:05.967" v="687" actId="1076"/>
          <ac:picMkLst>
            <pc:docMk/>
            <pc:sldMk cId="1833516061" sldId="264"/>
            <ac:picMk id="11" creationId="{2C003EF0-797B-3AA3-0CE8-02595B5D6AEC}"/>
          </ac:picMkLst>
        </pc:picChg>
      </pc:sldChg>
      <pc:sldChg chg="addSp delSp modSp new mod modTransition">
        <pc:chgData name="Zulka Musić" userId="929283a3-b21d-4ab5-b3e6-9963fe2be6ff" providerId="ADAL" clId="{23B8BFA7-C7E7-48DC-A52F-84047F813962}" dt="2025-10-28T20:01:43.779" v="914"/>
        <pc:sldMkLst>
          <pc:docMk/>
          <pc:sldMk cId="2729146651" sldId="265"/>
        </pc:sldMkLst>
        <pc:spChg chg="mod">
          <ac:chgData name="Zulka Musić" userId="929283a3-b21d-4ab5-b3e6-9963fe2be6ff" providerId="ADAL" clId="{23B8BFA7-C7E7-48DC-A52F-84047F813962}" dt="2025-10-28T19:49:05.363" v="696" actId="27636"/>
          <ac:spMkLst>
            <pc:docMk/>
            <pc:sldMk cId="2729146651" sldId="265"/>
            <ac:spMk id="5" creationId="{8395D4E4-0332-4A33-F82C-FF7D776CDF83}"/>
          </ac:spMkLst>
        </pc:spChg>
        <pc:spChg chg="add mod">
          <ac:chgData name="Zulka Musić" userId="929283a3-b21d-4ab5-b3e6-9963fe2be6ff" providerId="ADAL" clId="{23B8BFA7-C7E7-48DC-A52F-84047F813962}" dt="2025-10-27T21:05:22.645" v="352" actId="208"/>
          <ac:spMkLst>
            <pc:docMk/>
            <pc:sldMk cId="2729146651" sldId="265"/>
            <ac:spMk id="9" creationId="{98A8B33D-6B97-2DA5-7524-7CCE0AF0251D}"/>
          </ac:spMkLst>
        </pc:spChg>
        <pc:graphicFrameChg chg="add">
          <ac:chgData name="Zulka Musić" userId="929283a3-b21d-4ab5-b3e6-9963fe2be6ff" providerId="ADAL" clId="{23B8BFA7-C7E7-48DC-A52F-84047F813962}" dt="2025-10-28T19:51:11.195" v="796" actId="26606"/>
          <ac:graphicFrameMkLst>
            <pc:docMk/>
            <pc:sldMk cId="2729146651" sldId="265"/>
            <ac:graphicFrameMk id="14" creationId="{4DF60CA6-CC12-E006-02F0-BE9BFFACC645}"/>
          </ac:graphicFrameMkLst>
        </pc:graphicFrameChg>
      </pc:sldChg>
      <pc:sldChg chg="addSp delSp modSp new mod modTransition">
        <pc:chgData name="Zulka Musić" userId="929283a3-b21d-4ab5-b3e6-9963fe2be6ff" providerId="ADAL" clId="{23B8BFA7-C7E7-48DC-A52F-84047F813962}" dt="2025-11-06T21:33:13.244" v="920" actId="12"/>
        <pc:sldMkLst>
          <pc:docMk/>
          <pc:sldMk cId="793970573" sldId="266"/>
        </pc:sldMkLst>
        <pc:spChg chg="mod">
          <ac:chgData name="Zulka Musić" userId="929283a3-b21d-4ab5-b3e6-9963fe2be6ff" providerId="ADAL" clId="{23B8BFA7-C7E7-48DC-A52F-84047F813962}" dt="2025-10-28T19:57:57.353" v="876" actId="122"/>
          <ac:spMkLst>
            <pc:docMk/>
            <pc:sldMk cId="793970573" sldId="266"/>
            <ac:spMk id="5" creationId="{6A198977-E758-7CE2-F8BB-3C2D03D5F979}"/>
          </ac:spMkLst>
        </pc:spChg>
        <pc:spChg chg="add mod">
          <ac:chgData name="Zulka Musić" userId="929283a3-b21d-4ab5-b3e6-9963fe2be6ff" providerId="ADAL" clId="{23B8BFA7-C7E7-48DC-A52F-84047F813962}" dt="2025-10-27T21:10:24.190" v="367" actId="208"/>
          <ac:spMkLst>
            <pc:docMk/>
            <pc:sldMk cId="793970573" sldId="266"/>
            <ac:spMk id="9" creationId="{BF727FD5-3628-8011-E2E8-B4C71C4E5198}"/>
          </ac:spMkLst>
        </pc:spChg>
        <pc:spChg chg="add mod">
          <ac:chgData name="Zulka Musić" userId="929283a3-b21d-4ab5-b3e6-9963fe2be6ff" providerId="ADAL" clId="{23B8BFA7-C7E7-48DC-A52F-84047F813962}" dt="2025-11-06T21:33:13.244" v="920" actId="12"/>
          <ac:spMkLst>
            <pc:docMk/>
            <pc:sldMk cId="793970573" sldId="266"/>
            <ac:spMk id="10" creationId="{8138783B-EE48-74F8-F549-05BDE17E51BC}"/>
          </ac:spMkLst>
        </pc:spChg>
        <pc:picChg chg="add mod">
          <ac:chgData name="Zulka Musić" userId="929283a3-b21d-4ab5-b3e6-9963fe2be6ff" providerId="ADAL" clId="{23B8BFA7-C7E7-48DC-A52F-84047F813962}" dt="2025-10-28T19:58:17.658" v="880" actId="14100"/>
          <ac:picMkLst>
            <pc:docMk/>
            <pc:sldMk cId="793970573" sldId="266"/>
            <ac:picMk id="11" creationId="{40848245-49C9-4B4C-6957-A8A7A5763337}"/>
          </ac:picMkLst>
        </pc:picChg>
        <pc:picChg chg="add mod">
          <ac:chgData name="Zulka Musić" userId="929283a3-b21d-4ab5-b3e6-9963fe2be6ff" providerId="ADAL" clId="{23B8BFA7-C7E7-48DC-A52F-84047F813962}" dt="2025-10-28T19:57:25.168" v="868" actId="1076"/>
          <ac:picMkLst>
            <pc:docMk/>
            <pc:sldMk cId="793970573" sldId="266"/>
            <ac:picMk id="12" creationId="{59471CC8-C6A6-D37B-DC1D-2EBF4ABB98F4}"/>
          </ac:picMkLst>
        </pc:picChg>
      </pc:sldChg>
      <pc:sldChg chg="addSp delSp modSp new mod modTransition">
        <pc:chgData name="Zulka Musić" userId="929283a3-b21d-4ab5-b3e6-9963fe2be6ff" providerId="ADAL" clId="{23B8BFA7-C7E7-48DC-A52F-84047F813962}" dt="2025-11-07T16:28:40.061" v="922" actId="20577"/>
        <pc:sldMkLst>
          <pc:docMk/>
          <pc:sldMk cId="2936675537" sldId="267"/>
        </pc:sldMkLst>
        <pc:spChg chg="mod">
          <ac:chgData name="Zulka Musić" userId="929283a3-b21d-4ab5-b3e6-9963fe2be6ff" providerId="ADAL" clId="{23B8BFA7-C7E7-48DC-A52F-84047F813962}" dt="2025-10-28T19:59:37.793" v="889" actId="122"/>
          <ac:spMkLst>
            <pc:docMk/>
            <pc:sldMk cId="2936675537" sldId="267"/>
            <ac:spMk id="5" creationId="{64D91C73-5FD1-3D02-C2AE-91EC444A1190}"/>
          </ac:spMkLst>
        </pc:spChg>
        <pc:spChg chg="add mod">
          <ac:chgData name="Zulka Musić" userId="929283a3-b21d-4ab5-b3e6-9963fe2be6ff" providerId="ADAL" clId="{23B8BFA7-C7E7-48DC-A52F-84047F813962}" dt="2025-10-27T21:19:39.699" v="434" actId="208"/>
          <ac:spMkLst>
            <pc:docMk/>
            <pc:sldMk cId="2936675537" sldId="267"/>
            <ac:spMk id="9" creationId="{84B2B748-A5AE-F65A-C5F1-9EB01AB65731}"/>
          </ac:spMkLst>
        </pc:spChg>
        <pc:graphicFrameChg chg="add modGraphic">
          <ac:chgData name="Zulka Musić" userId="929283a3-b21d-4ab5-b3e6-9963fe2be6ff" providerId="ADAL" clId="{23B8BFA7-C7E7-48DC-A52F-84047F813962}" dt="2025-11-07T16:28:40.061" v="922" actId="20577"/>
          <ac:graphicFrameMkLst>
            <pc:docMk/>
            <pc:sldMk cId="2936675537" sldId="267"/>
            <ac:graphicFrameMk id="13" creationId="{C70D3CA4-5A41-3477-5736-5D875A805909}"/>
          </ac:graphicFrameMkLst>
        </pc:graphicFrameChg>
      </pc:sldChg>
      <pc:sldChg chg="addSp delSp modSp new mod modTransition setBg">
        <pc:chgData name="Zulka Musić" userId="929283a3-b21d-4ab5-b3e6-9963fe2be6ff" providerId="ADAL" clId="{23B8BFA7-C7E7-48DC-A52F-84047F813962}" dt="2025-10-28T20:01:55.830" v="918"/>
        <pc:sldMkLst>
          <pc:docMk/>
          <pc:sldMk cId="386945637" sldId="268"/>
        </pc:sldMkLst>
        <pc:spChg chg="add mod">
          <ac:chgData name="Zulka Musić" userId="929283a3-b21d-4ab5-b3e6-9963fe2be6ff" providerId="ADAL" clId="{23B8BFA7-C7E7-48DC-A52F-84047F813962}" dt="2025-10-28T20:00:22.350" v="892" actId="207"/>
          <ac:spMkLst>
            <pc:docMk/>
            <pc:sldMk cId="386945637" sldId="268"/>
            <ac:spMk id="5" creationId="{CEA0885E-4307-7240-8E2A-C42D372F5E21}"/>
          </ac:spMkLst>
        </pc:spChg>
        <pc:spChg chg="add">
          <ac:chgData name="Zulka Musić" userId="929283a3-b21d-4ab5-b3e6-9963fe2be6ff" providerId="ADAL" clId="{23B8BFA7-C7E7-48DC-A52F-84047F813962}" dt="2025-10-28T20:00:16.764" v="891" actId="26606"/>
          <ac:spMkLst>
            <pc:docMk/>
            <pc:sldMk cId="386945637" sldId="268"/>
            <ac:spMk id="10" creationId="{DD7EAFE6-2BB9-41FB-9CF4-588CFC708774}"/>
          </ac:spMkLst>
        </pc:spChg>
        <pc:spChg chg="add">
          <ac:chgData name="Zulka Musić" userId="929283a3-b21d-4ab5-b3e6-9963fe2be6ff" providerId="ADAL" clId="{23B8BFA7-C7E7-48DC-A52F-84047F813962}" dt="2025-10-28T20:00:16.764" v="891" actId="26606"/>
          <ac:spMkLst>
            <pc:docMk/>
            <pc:sldMk cId="386945637" sldId="268"/>
            <ac:spMk id="12" creationId="{8C37C960-91F5-4F61-B2CD-8A037920720B}"/>
          </ac:spMkLst>
        </pc:spChg>
        <pc:spChg chg="add">
          <ac:chgData name="Zulka Musić" userId="929283a3-b21d-4ab5-b3e6-9963fe2be6ff" providerId="ADAL" clId="{23B8BFA7-C7E7-48DC-A52F-84047F813962}" dt="2025-10-28T20:00:16.764" v="891" actId="26606"/>
          <ac:spMkLst>
            <pc:docMk/>
            <pc:sldMk cId="386945637" sldId="268"/>
            <ac:spMk id="14" creationId="{69524929-325F-4CC4-89F2-74EDDDC6BB0A}"/>
          </ac:spMkLst>
        </pc:spChg>
        <pc:spChg chg="add">
          <ac:chgData name="Zulka Musić" userId="929283a3-b21d-4ab5-b3e6-9963fe2be6ff" providerId="ADAL" clId="{23B8BFA7-C7E7-48DC-A52F-84047F813962}" dt="2025-10-28T20:00:16.764" v="891" actId="26606"/>
          <ac:spMkLst>
            <pc:docMk/>
            <pc:sldMk cId="386945637" sldId="268"/>
            <ac:spMk id="16" creationId="{6A01A3C5-DDEA-4FB8-B9F0-A1D2A061C4CE}"/>
          </ac:spMkLst>
        </pc:spChg>
        <pc:spChg chg="add">
          <ac:chgData name="Zulka Musić" userId="929283a3-b21d-4ab5-b3e6-9963fe2be6ff" providerId="ADAL" clId="{23B8BFA7-C7E7-48DC-A52F-84047F813962}" dt="2025-10-28T20:00:16.764" v="891" actId="26606"/>
          <ac:spMkLst>
            <pc:docMk/>
            <pc:sldMk cId="386945637" sldId="268"/>
            <ac:spMk id="18" creationId="{151FC7BE-4DC6-4061-98EB-C48DCFFF6FF5}"/>
          </ac:spMkLst>
        </pc:spChg>
        <pc:spChg chg="add">
          <ac:chgData name="Zulka Musić" userId="929283a3-b21d-4ab5-b3e6-9963fe2be6ff" providerId="ADAL" clId="{23B8BFA7-C7E7-48DC-A52F-84047F813962}" dt="2025-10-28T20:00:16.764" v="891" actId="26606"/>
          <ac:spMkLst>
            <pc:docMk/>
            <pc:sldMk cId="386945637" sldId="268"/>
            <ac:spMk id="20" creationId="{3D4CA8B8-30A6-49D9-99C0-3ADAF9741C42}"/>
          </ac:spMkLst>
        </pc:spChg>
        <pc:spChg chg="add">
          <ac:chgData name="Zulka Musić" userId="929283a3-b21d-4ab5-b3e6-9963fe2be6ff" providerId="ADAL" clId="{23B8BFA7-C7E7-48DC-A52F-84047F813962}" dt="2025-10-28T20:00:16.764" v="891" actId="26606"/>
          <ac:spMkLst>
            <pc:docMk/>
            <pc:sldMk cId="386945637" sldId="268"/>
            <ac:spMk id="22" creationId="{022809AF-EB43-4FA3-93FF-87D535C7186D}"/>
          </ac:spMkLst>
        </pc:spChg>
        <pc:spChg chg="add">
          <ac:chgData name="Zulka Musić" userId="929283a3-b21d-4ab5-b3e6-9963fe2be6ff" providerId="ADAL" clId="{23B8BFA7-C7E7-48DC-A52F-84047F813962}" dt="2025-10-28T20:00:16.764" v="891" actId="26606"/>
          <ac:spMkLst>
            <pc:docMk/>
            <pc:sldMk cId="386945637" sldId="268"/>
            <ac:spMk id="24" creationId="{61478748-3624-4238-BC0F-73EE151C529D}"/>
          </ac:spMkLst>
        </pc:spChg>
      </pc:sldChg>
      <pc:sldChg chg="addSp delSp modSp new mod modTransition setBg">
        <pc:chgData name="Zulka Musić" userId="929283a3-b21d-4ab5-b3e6-9963fe2be6ff" providerId="ADAL" clId="{23B8BFA7-C7E7-48DC-A52F-84047F813962}" dt="2025-10-28T20:01:19.458" v="907"/>
        <pc:sldMkLst>
          <pc:docMk/>
          <pc:sldMk cId="2172597663" sldId="269"/>
        </pc:sldMkLst>
        <pc:spChg chg="mod">
          <ac:chgData name="Zulka Musić" userId="929283a3-b21d-4ab5-b3e6-9963fe2be6ff" providerId="ADAL" clId="{23B8BFA7-C7E7-48DC-A52F-84047F813962}" dt="2025-10-28T19:12:15.159" v="512" actId="26606"/>
          <ac:spMkLst>
            <pc:docMk/>
            <pc:sldMk cId="2172597663" sldId="269"/>
            <ac:spMk id="2" creationId="{3FA5C660-46ED-BC44-C79A-98101D30536F}"/>
          </ac:spMkLst>
        </pc:spChg>
        <pc:spChg chg="add">
          <ac:chgData name="Zulka Musić" userId="929283a3-b21d-4ab5-b3e6-9963fe2be6ff" providerId="ADAL" clId="{23B8BFA7-C7E7-48DC-A52F-84047F813962}" dt="2025-10-28T19:12:15.159" v="512" actId="26606"/>
          <ac:spMkLst>
            <pc:docMk/>
            <pc:sldMk cId="2172597663" sldId="269"/>
            <ac:spMk id="31" creationId="{32768DCD-B824-413A-B330-8D57ADB3724C}"/>
          </ac:spMkLst>
        </pc:spChg>
        <pc:graphicFrameChg chg="add mod modGraphic">
          <ac:chgData name="Zulka Musić" userId="929283a3-b21d-4ab5-b3e6-9963fe2be6ff" providerId="ADAL" clId="{23B8BFA7-C7E7-48DC-A52F-84047F813962}" dt="2025-10-28T19:12:15.159" v="512" actId="26606"/>
          <ac:graphicFrameMkLst>
            <pc:docMk/>
            <pc:sldMk cId="2172597663" sldId="269"/>
            <ac:graphicFrameMk id="24" creationId="{1737B72D-6428-E538-7C55-450D232D4DC8}"/>
          </ac:graphicFrameMkLst>
        </pc:graphicFrameChg>
      </pc:sldChg>
      <pc:sldChg chg="addSp delSp modSp new mod modTransition setBg">
        <pc:chgData name="Zulka Musić" userId="929283a3-b21d-4ab5-b3e6-9963fe2be6ff" providerId="ADAL" clId="{23B8BFA7-C7E7-48DC-A52F-84047F813962}" dt="2025-10-28T20:01:47.097" v="915"/>
        <pc:sldMkLst>
          <pc:docMk/>
          <pc:sldMk cId="4079257490" sldId="270"/>
        </pc:sldMkLst>
        <pc:spChg chg="mod">
          <ac:chgData name="Zulka Musić" userId="929283a3-b21d-4ab5-b3e6-9963fe2be6ff" providerId="ADAL" clId="{23B8BFA7-C7E7-48DC-A52F-84047F813962}" dt="2025-10-28T19:55:55.539" v="854" actId="26606"/>
          <ac:spMkLst>
            <pc:docMk/>
            <pc:sldMk cId="4079257490" sldId="270"/>
            <ac:spMk id="2" creationId="{D699830C-2B7F-619C-C760-A476EE32E196}"/>
          </ac:spMkLst>
        </pc:spChg>
        <pc:spChg chg="add">
          <ac:chgData name="Zulka Musić" userId="929283a3-b21d-4ab5-b3e6-9963fe2be6ff" providerId="ADAL" clId="{23B8BFA7-C7E7-48DC-A52F-84047F813962}" dt="2025-10-28T19:55:55.539" v="854" actId="26606"/>
          <ac:spMkLst>
            <pc:docMk/>
            <pc:sldMk cId="4079257490" sldId="270"/>
            <ac:spMk id="17" creationId="{32768DCD-B824-413A-B330-8D57ADB3724C}"/>
          </ac:spMkLst>
        </pc:spChg>
        <pc:graphicFrameChg chg="add mod modGraphic">
          <ac:chgData name="Zulka Musić" userId="929283a3-b21d-4ab5-b3e6-9963fe2be6ff" providerId="ADAL" clId="{23B8BFA7-C7E7-48DC-A52F-84047F813962}" dt="2025-10-28T19:55:55.539" v="854" actId="26606"/>
          <ac:graphicFrameMkLst>
            <pc:docMk/>
            <pc:sldMk cId="4079257490" sldId="270"/>
            <ac:graphicFrameMk id="8" creationId="{90A47244-4EFB-371E-DC11-6A19E2AF22BE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8B3B7B-6CEC-46FE-B687-D1CCCF94628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DFFEDBC-2443-4102-860D-CC8E445DA02C}">
      <dgm:prSet/>
      <dgm:spPr/>
      <dgm:t>
        <a:bodyPr/>
        <a:lstStyle/>
        <a:p>
          <a:r>
            <a:rPr lang="bs-Latn-BA" i="0" baseline="0" dirty="0"/>
            <a:t>Razvoj digitalnih tehnologija donio je naglasak na vizuelni izgled digitalnih proizvoda.</a:t>
          </a:r>
          <a:endParaRPr lang="en-US" dirty="0"/>
        </a:p>
      </dgm:t>
    </dgm:pt>
    <dgm:pt modelId="{7EF6612D-F220-4D0B-968B-61B4F345FFB6}" type="parTrans" cxnId="{F188FA11-1C37-4349-9CF3-B6995990A710}">
      <dgm:prSet/>
      <dgm:spPr/>
      <dgm:t>
        <a:bodyPr/>
        <a:lstStyle/>
        <a:p>
          <a:endParaRPr lang="en-US"/>
        </a:p>
      </dgm:t>
    </dgm:pt>
    <dgm:pt modelId="{197F9C1C-069D-4B63-8F44-FE9D51948D84}" type="sibTrans" cxnId="{F188FA11-1C37-4349-9CF3-B6995990A710}">
      <dgm:prSet/>
      <dgm:spPr/>
      <dgm:t>
        <a:bodyPr/>
        <a:lstStyle/>
        <a:p>
          <a:endParaRPr lang="en-US"/>
        </a:p>
      </dgm:t>
    </dgm:pt>
    <dgm:pt modelId="{1A2B8FDC-78B9-4E8F-9B73-D37C0F4CFF71}">
      <dgm:prSet/>
      <dgm:spPr/>
      <dgm:t>
        <a:bodyPr/>
        <a:lstStyle/>
        <a:p>
          <a:r>
            <a:rPr lang="bs-Latn-BA" i="0" baseline="0" dirty="0" err="1"/>
            <a:t>Savremeni</a:t>
          </a:r>
          <a:r>
            <a:rPr lang="bs-Latn-BA" i="0" baseline="0" dirty="0"/>
            <a:t> korisnici očekuju funkcionalne i estetski privlačne interfejse.</a:t>
          </a:r>
          <a:endParaRPr lang="en-US" dirty="0"/>
        </a:p>
      </dgm:t>
    </dgm:pt>
    <dgm:pt modelId="{0A5A03FA-B390-43D0-841C-9136A8E1BE65}" type="parTrans" cxnId="{4BABFC9E-6A77-48A4-873E-F14469F85339}">
      <dgm:prSet/>
      <dgm:spPr/>
      <dgm:t>
        <a:bodyPr/>
        <a:lstStyle/>
        <a:p>
          <a:endParaRPr lang="en-US"/>
        </a:p>
      </dgm:t>
    </dgm:pt>
    <dgm:pt modelId="{AB06BE51-3BC4-49AE-8E9C-6466BCDE3070}" type="sibTrans" cxnId="{4BABFC9E-6A77-48A4-873E-F14469F85339}">
      <dgm:prSet/>
      <dgm:spPr/>
      <dgm:t>
        <a:bodyPr/>
        <a:lstStyle/>
        <a:p>
          <a:endParaRPr lang="en-US"/>
        </a:p>
      </dgm:t>
    </dgm:pt>
    <dgm:pt modelId="{66C626CF-419D-4C66-B247-4B2600A046EF}">
      <dgm:prSet/>
      <dgm:spPr/>
      <dgm:t>
        <a:bodyPr/>
        <a:lstStyle/>
        <a:p>
          <a:r>
            <a:rPr lang="bs-Latn-BA" i="0" baseline="0" dirty="0"/>
            <a:t>Boje, kontrast i tipografija ključni su faktori u oblikovanju korisničkog iskustva.</a:t>
          </a:r>
          <a:endParaRPr lang="en-US" dirty="0"/>
        </a:p>
      </dgm:t>
    </dgm:pt>
    <dgm:pt modelId="{FD30F2A0-D3C5-413E-B4B3-8243A37EA0D9}" type="parTrans" cxnId="{A90DF085-65D8-4DF0-AC11-3D0F2B091E03}">
      <dgm:prSet/>
      <dgm:spPr/>
      <dgm:t>
        <a:bodyPr/>
        <a:lstStyle/>
        <a:p>
          <a:endParaRPr lang="en-US"/>
        </a:p>
      </dgm:t>
    </dgm:pt>
    <dgm:pt modelId="{36483FC1-1526-4E24-B652-266669DBBFF3}" type="sibTrans" cxnId="{A90DF085-65D8-4DF0-AC11-3D0F2B091E03}">
      <dgm:prSet/>
      <dgm:spPr/>
      <dgm:t>
        <a:bodyPr/>
        <a:lstStyle/>
        <a:p>
          <a:endParaRPr lang="en-US"/>
        </a:p>
      </dgm:t>
    </dgm:pt>
    <dgm:pt modelId="{26D31A5A-0D93-481C-8BA4-B34BB9C528D2}">
      <dgm:prSet/>
      <dgm:spPr/>
      <dgm:t>
        <a:bodyPr/>
        <a:lstStyle/>
        <a:p>
          <a:r>
            <a:rPr lang="bs-Latn-BA" i="0" baseline="0" dirty="0"/>
            <a:t>Cilj rada: pokazati značaj ovih elemenata u dizajnu interfejsa i njihov uticaj na percepciju korisnika.</a:t>
          </a:r>
          <a:endParaRPr lang="en-US" dirty="0"/>
        </a:p>
      </dgm:t>
    </dgm:pt>
    <dgm:pt modelId="{B3FB7DE7-685E-4F37-82ED-11F59594D56F}" type="parTrans" cxnId="{1CCB8E0E-B1C2-40A5-962C-D59C92D782A9}">
      <dgm:prSet/>
      <dgm:spPr/>
      <dgm:t>
        <a:bodyPr/>
        <a:lstStyle/>
        <a:p>
          <a:endParaRPr lang="en-US"/>
        </a:p>
      </dgm:t>
    </dgm:pt>
    <dgm:pt modelId="{83948A1F-F882-4856-9B8E-C39F8FDFAB32}" type="sibTrans" cxnId="{1CCB8E0E-B1C2-40A5-962C-D59C92D782A9}">
      <dgm:prSet/>
      <dgm:spPr/>
      <dgm:t>
        <a:bodyPr/>
        <a:lstStyle/>
        <a:p>
          <a:endParaRPr lang="en-US"/>
        </a:p>
      </dgm:t>
    </dgm:pt>
    <dgm:pt modelId="{7EB60E7B-9CD3-4E51-8437-B9A34AA41730}" type="pres">
      <dgm:prSet presAssocID="{628B3B7B-6CEC-46FE-B687-D1CCCF94628B}" presName="vert0" presStyleCnt="0">
        <dgm:presLayoutVars>
          <dgm:dir/>
          <dgm:animOne val="branch"/>
          <dgm:animLvl val="lvl"/>
        </dgm:presLayoutVars>
      </dgm:prSet>
      <dgm:spPr/>
    </dgm:pt>
    <dgm:pt modelId="{A195A82C-5D68-4C4D-B287-C290C1286907}" type="pres">
      <dgm:prSet presAssocID="{1DFFEDBC-2443-4102-860D-CC8E445DA02C}" presName="thickLine" presStyleLbl="alignNode1" presStyleIdx="0" presStyleCnt="4"/>
      <dgm:spPr/>
    </dgm:pt>
    <dgm:pt modelId="{2C9C73CD-9FCA-4E57-B269-6A7293BEAE78}" type="pres">
      <dgm:prSet presAssocID="{1DFFEDBC-2443-4102-860D-CC8E445DA02C}" presName="horz1" presStyleCnt="0"/>
      <dgm:spPr/>
    </dgm:pt>
    <dgm:pt modelId="{A4F9DF93-90BA-4C4F-B6EA-234478734D90}" type="pres">
      <dgm:prSet presAssocID="{1DFFEDBC-2443-4102-860D-CC8E445DA02C}" presName="tx1" presStyleLbl="revTx" presStyleIdx="0" presStyleCnt="4"/>
      <dgm:spPr/>
    </dgm:pt>
    <dgm:pt modelId="{951B38B7-D0E0-403A-A9FF-E1FFD5751F38}" type="pres">
      <dgm:prSet presAssocID="{1DFFEDBC-2443-4102-860D-CC8E445DA02C}" presName="vert1" presStyleCnt="0"/>
      <dgm:spPr/>
    </dgm:pt>
    <dgm:pt modelId="{E12B1DDC-2D4D-4B33-9159-7F986BEF6B87}" type="pres">
      <dgm:prSet presAssocID="{1A2B8FDC-78B9-4E8F-9B73-D37C0F4CFF71}" presName="thickLine" presStyleLbl="alignNode1" presStyleIdx="1" presStyleCnt="4"/>
      <dgm:spPr/>
    </dgm:pt>
    <dgm:pt modelId="{425C11B8-CC7B-4F3E-B318-C788C41EE1A5}" type="pres">
      <dgm:prSet presAssocID="{1A2B8FDC-78B9-4E8F-9B73-D37C0F4CFF71}" presName="horz1" presStyleCnt="0"/>
      <dgm:spPr/>
    </dgm:pt>
    <dgm:pt modelId="{9528DD2C-E523-4615-8B91-810511095247}" type="pres">
      <dgm:prSet presAssocID="{1A2B8FDC-78B9-4E8F-9B73-D37C0F4CFF71}" presName="tx1" presStyleLbl="revTx" presStyleIdx="1" presStyleCnt="4"/>
      <dgm:spPr/>
    </dgm:pt>
    <dgm:pt modelId="{53B624EB-A307-470B-A2A9-9479F514BF2A}" type="pres">
      <dgm:prSet presAssocID="{1A2B8FDC-78B9-4E8F-9B73-D37C0F4CFF71}" presName="vert1" presStyleCnt="0"/>
      <dgm:spPr/>
    </dgm:pt>
    <dgm:pt modelId="{D7F6EFA9-13E2-49BD-A20B-DA56BD7A3FDD}" type="pres">
      <dgm:prSet presAssocID="{66C626CF-419D-4C66-B247-4B2600A046EF}" presName="thickLine" presStyleLbl="alignNode1" presStyleIdx="2" presStyleCnt="4"/>
      <dgm:spPr/>
    </dgm:pt>
    <dgm:pt modelId="{C877555E-14F2-4F77-964C-5FA758AC6AF7}" type="pres">
      <dgm:prSet presAssocID="{66C626CF-419D-4C66-B247-4B2600A046EF}" presName="horz1" presStyleCnt="0"/>
      <dgm:spPr/>
    </dgm:pt>
    <dgm:pt modelId="{A471AEA5-5A60-496A-9C03-8B6F43A7AD05}" type="pres">
      <dgm:prSet presAssocID="{66C626CF-419D-4C66-B247-4B2600A046EF}" presName="tx1" presStyleLbl="revTx" presStyleIdx="2" presStyleCnt="4"/>
      <dgm:spPr/>
    </dgm:pt>
    <dgm:pt modelId="{E182359D-A837-4EB4-968D-6586E8ACB3EA}" type="pres">
      <dgm:prSet presAssocID="{66C626CF-419D-4C66-B247-4B2600A046EF}" presName="vert1" presStyleCnt="0"/>
      <dgm:spPr/>
    </dgm:pt>
    <dgm:pt modelId="{9E53B10F-D562-45C0-82ED-25E891A4BF82}" type="pres">
      <dgm:prSet presAssocID="{26D31A5A-0D93-481C-8BA4-B34BB9C528D2}" presName="thickLine" presStyleLbl="alignNode1" presStyleIdx="3" presStyleCnt="4"/>
      <dgm:spPr/>
    </dgm:pt>
    <dgm:pt modelId="{A7D82F56-5BAD-4CBB-91C5-3E34398AD5CE}" type="pres">
      <dgm:prSet presAssocID="{26D31A5A-0D93-481C-8BA4-B34BB9C528D2}" presName="horz1" presStyleCnt="0"/>
      <dgm:spPr/>
    </dgm:pt>
    <dgm:pt modelId="{8FB9A9CF-A368-4BEB-BF3C-E248EE13B317}" type="pres">
      <dgm:prSet presAssocID="{26D31A5A-0D93-481C-8BA4-B34BB9C528D2}" presName="tx1" presStyleLbl="revTx" presStyleIdx="3" presStyleCnt="4"/>
      <dgm:spPr/>
    </dgm:pt>
    <dgm:pt modelId="{02556AB0-ADB7-4BC3-93AB-02C2DF7AA5A4}" type="pres">
      <dgm:prSet presAssocID="{26D31A5A-0D93-481C-8BA4-B34BB9C528D2}" presName="vert1" presStyleCnt="0"/>
      <dgm:spPr/>
    </dgm:pt>
  </dgm:ptLst>
  <dgm:cxnLst>
    <dgm:cxn modelId="{1CCB8E0E-B1C2-40A5-962C-D59C92D782A9}" srcId="{628B3B7B-6CEC-46FE-B687-D1CCCF94628B}" destId="{26D31A5A-0D93-481C-8BA4-B34BB9C528D2}" srcOrd="3" destOrd="0" parTransId="{B3FB7DE7-685E-4F37-82ED-11F59594D56F}" sibTransId="{83948A1F-F882-4856-9B8E-C39F8FDFAB32}"/>
    <dgm:cxn modelId="{F188FA11-1C37-4349-9CF3-B6995990A710}" srcId="{628B3B7B-6CEC-46FE-B687-D1CCCF94628B}" destId="{1DFFEDBC-2443-4102-860D-CC8E445DA02C}" srcOrd="0" destOrd="0" parTransId="{7EF6612D-F220-4D0B-968B-61B4F345FFB6}" sibTransId="{197F9C1C-069D-4B63-8F44-FE9D51948D84}"/>
    <dgm:cxn modelId="{C88A0D2A-EE84-4F19-BD35-C564F34EC0A5}" type="presOf" srcId="{1A2B8FDC-78B9-4E8F-9B73-D37C0F4CFF71}" destId="{9528DD2C-E523-4615-8B91-810511095247}" srcOrd="0" destOrd="0" presId="urn:microsoft.com/office/officeart/2008/layout/LinedList"/>
    <dgm:cxn modelId="{9C7DBA5D-66FA-473E-9662-0A740FE74823}" type="presOf" srcId="{26D31A5A-0D93-481C-8BA4-B34BB9C528D2}" destId="{8FB9A9CF-A368-4BEB-BF3C-E248EE13B317}" srcOrd="0" destOrd="0" presId="urn:microsoft.com/office/officeart/2008/layout/LinedList"/>
    <dgm:cxn modelId="{D7F78F46-B735-47DC-8DB8-4968D9E6339F}" type="presOf" srcId="{66C626CF-419D-4C66-B247-4B2600A046EF}" destId="{A471AEA5-5A60-496A-9C03-8B6F43A7AD05}" srcOrd="0" destOrd="0" presId="urn:microsoft.com/office/officeart/2008/layout/LinedList"/>
    <dgm:cxn modelId="{73D1F870-F577-43AA-B1E1-27922B6932D2}" type="presOf" srcId="{1DFFEDBC-2443-4102-860D-CC8E445DA02C}" destId="{A4F9DF93-90BA-4C4F-B6EA-234478734D90}" srcOrd="0" destOrd="0" presId="urn:microsoft.com/office/officeart/2008/layout/LinedList"/>
    <dgm:cxn modelId="{A90DF085-65D8-4DF0-AC11-3D0F2B091E03}" srcId="{628B3B7B-6CEC-46FE-B687-D1CCCF94628B}" destId="{66C626CF-419D-4C66-B247-4B2600A046EF}" srcOrd="2" destOrd="0" parTransId="{FD30F2A0-D3C5-413E-B4B3-8243A37EA0D9}" sibTransId="{36483FC1-1526-4E24-B652-266669DBBFF3}"/>
    <dgm:cxn modelId="{4BABFC9E-6A77-48A4-873E-F14469F85339}" srcId="{628B3B7B-6CEC-46FE-B687-D1CCCF94628B}" destId="{1A2B8FDC-78B9-4E8F-9B73-D37C0F4CFF71}" srcOrd="1" destOrd="0" parTransId="{0A5A03FA-B390-43D0-841C-9136A8E1BE65}" sibTransId="{AB06BE51-3BC4-49AE-8E9C-6466BCDE3070}"/>
    <dgm:cxn modelId="{5296EFC9-6B2B-448F-86AF-6FDA6ED07503}" type="presOf" srcId="{628B3B7B-6CEC-46FE-B687-D1CCCF94628B}" destId="{7EB60E7B-9CD3-4E51-8437-B9A34AA41730}" srcOrd="0" destOrd="0" presId="urn:microsoft.com/office/officeart/2008/layout/LinedList"/>
    <dgm:cxn modelId="{D2E6A810-88EC-4B49-9B83-40BC1B8D4DAF}" type="presParOf" srcId="{7EB60E7B-9CD3-4E51-8437-B9A34AA41730}" destId="{A195A82C-5D68-4C4D-B287-C290C1286907}" srcOrd="0" destOrd="0" presId="urn:microsoft.com/office/officeart/2008/layout/LinedList"/>
    <dgm:cxn modelId="{0BFB8C31-2568-4AE6-B5DA-6C12DE4272FA}" type="presParOf" srcId="{7EB60E7B-9CD3-4E51-8437-B9A34AA41730}" destId="{2C9C73CD-9FCA-4E57-B269-6A7293BEAE78}" srcOrd="1" destOrd="0" presId="urn:microsoft.com/office/officeart/2008/layout/LinedList"/>
    <dgm:cxn modelId="{9B0F2B75-2630-4FFD-AF29-8C9F6145E796}" type="presParOf" srcId="{2C9C73CD-9FCA-4E57-B269-6A7293BEAE78}" destId="{A4F9DF93-90BA-4C4F-B6EA-234478734D90}" srcOrd="0" destOrd="0" presId="urn:microsoft.com/office/officeart/2008/layout/LinedList"/>
    <dgm:cxn modelId="{52FF70E4-21BA-48E4-823F-2A2A37A3D2BA}" type="presParOf" srcId="{2C9C73CD-9FCA-4E57-B269-6A7293BEAE78}" destId="{951B38B7-D0E0-403A-A9FF-E1FFD5751F38}" srcOrd="1" destOrd="0" presId="urn:microsoft.com/office/officeart/2008/layout/LinedList"/>
    <dgm:cxn modelId="{64F3BF4D-C781-42FF-AD5A-E6714C29F152}" type="presParOf" srcId="{7EB60E7B-9CD3-4E51-8437-B9A34AA41730}" destId="{E12B1DDC-2D4D-4B33-9159-7F986BEF6B87}" srcOrd="2" destOrd="0" presId="urn:microsoft.com/office/officeart/2008/layout/LinedList"/>
    <dgm:cxn modelId="{D5923616-3E9F-4A41-8B7A-8C0D67952499}" type="presParOf" srcId="{7EB60E7B-9CD3-4E51-8437-B9A34AA41730}" destId="{425C11B8-CC7B-4F3E-B318-C788C41EE1A5}" srcOrd="3" destOrd="0" presId="urn:microsoft.com/office/officeart/2008/layout/LinedList"/>
    <dgm:cxn modelId="{605A69ED-7C5C-4D9C-9085-030DC83FB3DB}" type="presParOf" srcId="{425C11B8-CC7B-4F3E-B318-C788C41EE1A5}" destId="{9528DD2C-E523-4615-8B91-810511095247}" srcOrd="0" destOrd="0" presId="urn:microsoft.com/office/officeart/2008/layout/LinedList"/>
    <dgm:cxn modelId="{4A512DCB-423E-4757-AD17-8538B33774C9}" type="presParOf" srcId="{425C11B8-CC7B-4F3E-B318-C788C41EE1A5}" destId="{53B624EB-A307-470B-A2A9-9479F514BF2A}" srcOrd="1" destOrd="0" presId="urn:microsoft.com/office/officeart/2008/layout/LinedList"/>
    <dgm:cxn modelId="{7435470E-EF44-4A99-88EF-56F55B564114}" type="presParOf" srcId="{7EB60E7B-9CD3-4E51-8437-B9A34AA41730}" destId="{D7F6EFA9-13E2-49BD-A20B-DA56BD7A3FDD}" srcOrd="4" destOrd="0" presId="urn:microsoft.com/office/officeart/2008/layout/LinedList"/>
    <dgm:cxn modelId="{A7D447B4-412C-4255-BCE3-D5D7224A65DF}" type="presParOf" srcId="{7EB60E7B-9CD3-4E51-8437-B9A34AA41730}" destId="{C877555E-14F2-4F77-964C-5FA758AC6AF7}" srcOrd="5" destOrd="0" presId="urn:microsoft.com/office/officeart/2008/layout/LinedList"/>
    <dgm:cxn modelId="{9C80758F-1598-40D7-B8A1-0160FD330C79}" type="presParOf" srcId="{C877555E-14F2-4F77-964C-5FA758AC6AF7}" destId="{A471AEA5-5A60-496A-9C03-8B6F43A7AD05}" srcOrd="0" destOrd="0" presId="urn:microsoft.com/office/officeart/2008/layout/LinedList"/>
    <dgm:cxn modelId="{A3B8E67D-CD2D-42E3-BCD0-1805B82342DF}" type="presParOf" srcId="{C877555E-14F2-4F77-964C-5FA758AC6AF7}" destId="{E182359D-A837-4EB4-968D-6586E8ACB3EA}" srcOrd="1" destOrd="0" presId="urn:microsoft.com/office/officeart/2008/layout/LinedList"/>
    <dgm:cxn modelId="{0CC8D28C-00F8-447B-8556-FD7C871A4FB3}" type="presParOf" srcId="{7EB60E7B-9CD3-4E51-8437-B9A34AA41730}" destId="{9E53B10F-D562-45C0-82ED-25E891A4BF82}" srcOrd="6" destOrd="0" presId="urn:microsoft.com/office/officeart/2008/layout/LinedList"/>
    <dgm:cxn modelId="{EDC485A9-ADF8-43B2-B402-FEC6ED5198BF}" type="presParOf" srcId="{7EB60E7B-9CD3-4E51-8437-B9A34AA41730}" destId="{A7D82F56-5BAD-4CBB-91C5-3E34398AD5CE}" srcOrd="7" destOrd="0" presId="urn:microsoft.com/office/officeart/2008/layout/LinedList"/>
    <dgm:cxn modelId="{22A6513A-366A-4B04-BC01-3D79BE855F4E}" type="presParOf" srcId="{A7D82F56-5BAD-4CBB-91C5-3E34398AD5CE}" destId="{8FB9A9CF-A368-4BEB-BF3C-E248EE13B317}" srcOrd="0" destOrd="0" presId="urn:microsoft.com/office/officeart/2008/layout/LinedList"/>
    <dgm:cxn modelId="{A50574BD-0CD6-4482-A818-6D01932DD183}" type="presParOf" srcId="{A7D82F56-5BAD-4CBB-91C5-3E34398AD5CE}" destId="{02556AB0-ADB7-4BC3-93AB-02C2DF7AA5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EC7366-5277-4FAB-B972-C72360ABC2E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FA9259C-BD35-45B9-B8B6-8F2B3E93376E}">
      <dgm:prSet/>
      <dgm:spPr/>
      <dgm:t>
        <a:bodyPr/>
        <a:lstStyle/>
        <a:p>
          <a:r>
            <a:rPr lang="bs-Latn-BA" dirty="0"/>
            <a:t>UI (</a:t>
          </a:r>
          <a:r>
            <a:rPr lang="bs-Latn-BA" i="1" dirty="0" err="1"/>
            <a:t>User</a:t>
          </a:r>
          <a:r>
            <a:rPr lang="bs-Latn-BA" i="1" dirty="0"/>
            <a:t> </a:t>
          </a:r>
          <a:r>
            <a:rPr lang="bs-Latn-BA" i="1" dirty="0" err="1"/>
            <a:t>Interface</a:t>
          </a:r>
          <a:r>
            <a:rPr lang="bs-Latn-BA" dirty="0"/>
            <a:t>) predstavlja vezu između čovjeka i tehnologije.</a:t>
          </a:r>
          <a:endParaRPr lang="en-US" dirty="0"/>
        </a:p>
      </dgm:t>
    </dgm:pt>
    <dgm:pt modelId="{0EC9EE15-080A-45A8-BE3F-4B9CB1AFC0E2}" type="parTrans" cxnId="{67635941-0B01-4B55-8840-B776494C4DB1}">
      <dgm:prSet/>
      <dgm:spPr/>
      <dgm:t>
        <a:bodyPr/>
        <a:lstStyle/>
        <a:p>
          <a:endParaRPr lang="en-US"/>
        </a:p>
      </dgm:t>
    </dgm:pt>
    <dgm:pt modelId="{2E2F15AE-3D76-4238-A507-00C2B586CB96}" type="sibTrans" cxnId="{67635941-0B01-4B55-8840-B776494C4DB1}">
      <dgm:prSet/>
      <dgm:spPr/>
      <dgm:t>
        <a:bodyPr/>
        <a:lstStyle/>
        <a:p>
          <a:endParaRPr lang="en-US"/>
        </a:p>
      </dgm:t>
    </dgm:pt>
    <dgm:pt modelId="{7F031B73-3BD1-4784-93AC-9BB7C027C51B}">
      <dgm:prSet/>
      <dgm:spPr/>
      <dgm:t>
        <a:bodyPr/>
        <a:lstStyle/>
        <a:p>
          <a:r>
            <a:rPr lang="bs-Latn-BA" dirty="0"/>
            <a:t>Uloga interfejsa je da </a:t>
          </a:r>
          <a:r>
            <a:rPr lang="bs-Latn-BA" dirty="0" err="1"/>
            <a:t>omogući</a:t>
          </a:r>
          <a:r>
            <a:rPr lang="bs-Latn-BA" dirty="0"/>
            <a:t> lak, intuitivan i estetski ugodan način komunikacije.</a:t>
          </a:r>
          <a:endParaRPr lang="en-US" dirty="0"/>
        </a:p>
      </dgm:t>
    </dgm:pt>
    <dgm:pt modelId="{29800E95-403F-4308-90CB-225E15F01317}" type="parTrans" cxnId="{50B040CE-7361-4FAF-8C37-EB2F9608D253}">
      <dgm:prSet/>
      <dgm:spPr/>
      <dgm:t>
        <a:bodyPr/>
        <a:lstStyle/>
        <a:p>
          <a:endParaRPr lang="en-US"/>
        </a:p>
      </dgm:t>
    </dgm:pt>
    <dgm:pt modelId="{7A750A44-A2AA-42C2-9B47-A8B1217C20FF}" type="sibTrans" cxnId="{50B040CE-7361-4FAF-8C37-EB2F9608D253}">
      <dgm:prSet/>
      <dgm:spPr/>
      <dgm:t>
        <a:bodyPr/>
        <a:lstStyle/>
        <a:p>
          <a:endParaRPr lang="en-US"/>
        </a:p>
      </dgm:t>
    </dgm:pt>
    <dgm:pt modelId="{086D4715-963F-4B2D-A198-2BD05E6A3C32}">
      <dgm:prSet/>
      <dgm:spPr/>
      <dgm:t>
        <a:bodyPr/>
        <a:lstStyle/>
        <a:p>
          <a:r>
            <a:rPr lang="bs-Latn-BA" dirty="0"/>
            <a:t>Kvalitetan interfejs povezuje funkcionalnost, preglednost i vizuelnu privlačnost.</a:t>
          </a:r>
          <a:endParaRPr lang="en-US" dirty="0"/>
        </a:p>
      </dgm:t>
    </dgm:pt>
    <dgm:pt modelId="{1F3E3ED2-E353-47D2-8333-DA957ACFCD02}" type="parTrans" cxnId="{77D71037-291A-4AA7-8E90-712EEB60A9A8}">
      <dgm:prSet/>
      <dgm:spPr/>
      <dgm:t>
        <a:bodyPr/>
        <a:lstStyle/>
        <a:p>
          <a:endParaRPr lang="en-US"/>
        </a:p>
      </dgm:t>
    </dgm:pt>
    <dgm:pt modelId="{109CA20F-F376-41DF-BD6A-4D697D7BF663}" type="sibTrans" cxnId="{77D71037-291A-4AA7-8E90-712EEB60A9A8}">
      <dgm:prSet/>
      <dgm:spPr/>
      <dgm:t>
        <a:bodyPr/>
        <a:lstStyle/>
        <a:p>
          <a:endParaRPr lang="en-US"/>
        </a:p>
      </dgm:t>
    </dgm:pt>
    <dgm:pt modelId="{AB3F05F9-5C8D-4F10-8982-0C7C9ED4335A}" type="pres">
      <dgm:prSet presAssocID="{DFEC7366-5277-4FAB-B972-C72360ABC2EA}" presName="linear" presStyleCnt="0">
        <dgm:presLayoutVars>
          <dgm:animLvl val="lvl"/>
          <dgm:resizeHandles val="exact"/>
        </dgm:presLayoutVars>
      </dgm:prSet>
      <dgm:spPr/>
    </dgm:pt>
    <dgm:pt modelId="{BD0F6BC0-F5EE-422A-AC16-5BE8A15EF273}" type="pres">
      <dgm:prSet presAssocID="{DFA9259C-BD35-45B9-B8B6-8F2B3E93376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31825E4-1FA2-4430-A4F9-3F1B3C0687D3}" type="pres">
      <dgm:prSet presAssocID="{2E2F15AE-3D76-4238-A507-00C2B586CB96}" presName="spacer" presStyleCnt="0"/>
      <dgm:spPr/>
    </dgm:pt>
    <dgm:pt modelId="{7EC0DD03-C54A-4695-9743-2F749F82BA69}" type="pres">
      <dgm:prSet presAssocID="{7F031B73-3BD1-4784-93AC-9BB7C027C51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1655F98-A6E4-41D2-A4F8-F45754A06144}" type="pres">
      <dgm:prSet presAssocID="{7A750A44-A2AA-42C2-9B47-A8B1217C20FF}" presName="spacer" presStyleCnt="0"/>
      <dgm:spPr/>
    </dgm:pt>
    <dgm:pt modelId="{A5E0D4B7-43EC-4B29-898F-DEAD10A5B465}" type="pres">
      <dgm:prSet presAssocID="{086D4715-963F-4B2D-A198-2BD05E6A3C3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CE73215-AAF2-4245-8CC4-A5CC8659DBC7}" type="presOf" srcId="{086D4715-963F-4B2D-A198-2BD05E6A3C32}" destId="{A5E0D4B7-43EC-4B29-898F-DEAD10A5B465}" srcOrd="0" destOrd="0" presId="urn:microsoft.com/office/officeart/2005/8/layout/vList2"/>
    <dgm:cxn modelId="{77D71037-291A-4AA7-8E90-712EEB60A9A8}" srcId="{DFEC7366-5277-4FAB-B972-C72360ABC2EA}" destId="{086D4715-963F-4B2D-A198-2BD05E6A3C32}" srcOrd="2" destOrd="0" parTransId="{1F3E3ED2-E353-47D2-8333-DA957ACFCD02}" sibTransId="{109CA20F-F376-41DF-BD6A-4D697D7BF663}"/>
    <dgm:cxn modelId="{67635941-0B01-4B55-8840-B776494C4DB1}" srcId="{DFEC7366-5277-4FAB-B972-C72360ABC2EA}" destId="{DFA9259C-BD35-45B9-B8B6-8F2B3E93376E}" srcOrd="0" destOrd="0" parTransId="{0EC9EE15-080A-45A8-BE3F-4B9CB1AFC0E2}" sibTransId="{2E2F15AE-3D76-4238-A507-00C2B586CB96}"/>
    <dgm:cxn modelId="{FD666D6F-1522-44DA-82DF-4745DBD4A5BC}" type="presOf" srcId="{DFA9259C-BD35-45B9-B8B6-8F2B3E93376E}" destId="{BD0F6BC0-F5EE-422A-AC16-5BE8A15EF273}" srcOrd="0" destOrd="0" presId="urn:microsoft.com/office/officeart/2005/8/layout/vList2"/>
    <dgm:cxn modelId="{112E6987-90A8-4353-BAD8-E570B1E0B52B}" type="presOf" srcId="{DFEC7366-5277-4FAB-B972-C72360ABC2EA}" destId="{AB3F05F9-5C8D-4F10-8982-0C7C9ED4335A}" srcOrd="0" destOrd="0" presId="urn:microsoft.com/office/officeart/2005/8/layout/vList2"/>
    <dgm:cxn modelId="{DF003C90-A38F-407B-AFE7-C36F4C41366F}" type="presOf" srcId="{7F031B73-3BD1-4784-93AC-9BB7C027C51B}" destId="{7EC0DD03-C54A-4695-9743-2F749F82BA69}" srcOrd="0" destOrd="0" presId="urn:microsoft.com/office/officeart/2005/8/layout/vList2"/>
    <dgm:cxn modelId="{50B040CE-7361-4FAF-8C37-EB2F9608D253}" srcId="{DFEC7366-5277-4FAB-B972-C72360ABC2EA}" destId="{7F031B73-3BD1-4784-93AC-9BB7C027C51B}" srcOrd="1" destOrd="0" parTransId="{29800E95-403F-4308-90CB-225E15F01317}" sibTransId="{7A750A44-A2AA-42C2-9B47-A8B1217C20FF}"/>
    <dgm:cxn modelId="{EB6738AD-A6CC-4547-9772-7B667FF8F251}" type="presParOf" srcId="{AB3F05F9-5C8D-4F10-8982-0C7C9ED4335A}" destId="{BD0F6BC0-F5EE-422A-AC16-5BE8A15EF273}" srcOrd="0" destOrd="0" presId="urn:microsoft.com/office/officeart/2005/8/layout/vList2"/>
    <dgm:cxn modelId="{E873F41E-2EDC-40BC-8F8D-B5AC95036C4E}" type="presParOf" srcId="{AB3F05F9-5C8D-4F10-8982-0C7C9ED4335A}" destId="{D31825E4-1FA2-4430-A4F9-3F1B3C0687D3}" srcOrd="1" destOrd="0" presId="urn:microsoft.com/office/officeart/2005/8/layout/vList2"/>
    <dgm:cxn modelId="{FECE3D73-E53E-4DFF-B57B-352897A20696}" type="presParOf" srcId="{AB3F05F9-5C8D-4F10-8982-0C7C9ED4335A}" destId="{7EC0DD03-C54A-4695-9743-2F749F82BA69}" srcOrd="2" destOrd="0" presId="urn:microsoft.com/office/officeart/2005/8/layout/vList2"/>
    <dgm:cxn modelId="{9DB46A5C-416A-48EA-9167-91B2B0BEAA1F}" type="presParOf" srcId="{AB3F05F9-5C8D-4F10-8982-0C7C9ED4335A}" destId="{21655F98-A6E4-41D2-A4F8-F45754A06144}" srcOrd="3" destOrd="0" presId="urn:microsoft.com/office/officeart/2005/8/layout/vList2"/>
    <dgm:cxn modelId="{D2686C0A-B3B7-4F92-85CA-1BD075653CB9}" type="presParOf" srcId="{AB3F05F9-5C8D-4F10-8982-0C7C9ED4335A}" destId="{A5E0D4B7-43EC-4B29-898F-DEAD10A5B46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4E3FC1-38F4-4DEE-9773-21080C37D13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D7881A-903A-4B45-BDFC-5014F84CE3CF}">
      <dgm:prSet/>
      <dgm:spPr/>
      <dgm:t>
        <a:bodyPr/>
        <a:lstStyle/>
        <a:p>
          <a:r>
            <a:rPr lang="bs-Latn-BA" b="0" i="0" baseline="0" dirty="0"/>
            <a:t>Boje prenose emocije, stvaraju raspoloženje i usmjeravaju pažnju korisnika.</a:t>
          </a:r>
          <a:endParaRPr lang="en-US" dirty="0"/>
        </a:p>
      </dgm:t>
    </dgm:pt>
    <dgm:pt modelId="{854BFB73-1E0C-45F3-BA01-382616473A10}" type="parTrans" cxnId="{69E2D413-8A40-4E96-AF2D-4384C00085A6}">
      <dgm:prSet/>
      <dgm:spPr/>
      <dgm:t>
        <a:bodyPr/>
        <a:lstStyle/>
        <a:p>
          <a:endParaRPr lang="en-US"/>
        </a:p>
      </dgm:t>
    </dgm:pt>
    <dgm:pt modelId="{13046506-59F5-4A16-BABE-BB340EE3DE25}" type="sibTrans" cxnId="{69E2D413-8A40-4E96-AF2D-4384C00085A6}">
      <dgm:prSet/>
      <dgm:spPr/>
      <dgm:t>
        <a:bodyPr/>
        <a:lstStyle/>
        <a:p>
          <a:endParaRPr lang="en-US"/>
        </a:p>
      </dgm:t>
    </dgm:pt>
    <dgm:pt modelId="{700C100D-030B-4FA6-81A3-6CBDE508C461}">
      <dgm:prSet/>
      <dgm:spPr/>
      <dgm:t>
        <a:bodyPr/>
        <a:lstStyle/>
        <a:p>
          <a:r>
            <a:rPr lang="bs-Latn-BA" b="0" i="0" baseline="0" dirty="0"/>
            <a:t>Pravilno odabrana paleta boja jača identitet brenda.</a:t>
          </a:r>
          <a:endParaRPr lang="en-US" dirty="0"/>
        </a:p>
      </dgm:t>
    </dgm:pt>
    <dgm:pt modelId="{7ECF0DC7-FC74-4116-A04A-83B7369EC95C}" type="parTrans" cxnId="{272EB1AB-284F-470D-A3DF-9A5BD174430C}">
      <dgm:prSet/>
      <dgm:spPr/>
      <dgm:t>
        <a:bodyPr/>
        <a:lstStyle/>
        <a:p>
          <a:endParaRPr lang="en-US"/>
        </a:p>
      </dgm:t>
    </dgm:pt>
    <dgm:pt modelId="{77A4C64C-5BC4-42CC-A5FE-17C28DB62F7C}" type="sibTrans" cxnId="{272EB1AB-284F-470D-A3DF-9A5BD174430C}">
      <dgm:prSet/>
      <dgm:spPr/>
      <dgm:t>
        <a:bodyPr/>
        <a:lstStyle/>
        <a:p>
          <a:endParaRPr lang="en-US"/>
        </a:p>
      </dgm:t>
    </dgm:pt>
    <dgm:pt modelId="{B9FADB0A-E1D8-4F79-9F2D-4910C5EDD2CC}">
      <dgm:prSet/>
      <dgm:spPr/>
      <dgm:t>
        <a:bodyPr/>
        <a:lstStyle/>
        <a:p>
          <a:r>
            <a:rPr lang="bs-Latn-BA" b="0" i="0" baseline="0" dirty="0"/>
            <a:t>Boje doprinose čitljivosti, kontrastu i orijentaciji korisnika.</a:t>
          </a:r>
          <a:endParaRPr lang="en-US" dirty="0"/>
        </a:p>
      </dgm:t>
    </dgm:pt>
    <dgm:pt modelId="{986206CA-F2B2-4133-B10E-519F7037B67C}" type="parTrans" cxnId="{41A21939-E938-4FE5-B591-17A4F39BE358}">
      <dgm:prSet/>
      <dgm:spPr/>
      <dgm:t>
        <a:bodyPr/>
        <a:lstStyle/>
        <a:p>
          <a:endParaRPr lang="en-US"/>
        </a:p>
      </dgm:t>
    </dgm:pt>
    <dgm:pt modelId="{723F9C26-686B-4BD1-9990-A4E137B121E5}" type="sibTrans" cxnId="{41A21939-E938-4FE5-B591-17A4F39BE358}">
      <dgm:prSet/>
      <dgm:spPr/>
      <dgm:t>
        <a:bodyPr/>
        <a:lstStyle/>
        <a:p>
          <a:endParaRPr lang="en-US"/>
        </a:p>
      </dgm:t>
    </dgm:pt>
    <dgm:pt modelId="{EE02DDE8-60B0-4164-889B-05E693FF55B7}" type="pres">
      <dgm:prSet presAssocID="{694E3FC1-38F4-4DEE-9773-21080C37D1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B12317-8CF2-484B-AC56-B7E18ABAC745}" type="pres">
      <dgm:prSet presAssocID="{91D7881A-903A-4B45-BDFC-5014F84CE3CF}" presName="hierRoot1" presStyleCnt="0"/>
      <dgm:spPr/>
    </dgm:pt>
    <dgm:pt modelId="{3A786AEB-E1EE-4CA7-9F52-0D1CB8BE2891}" type="pres">
      <dgm:prSet presAssocID="{91D7881A-903A-4B45-BDFC-5014F84CE3CF}" presName="composite" presStyleCnt="0"/>
      <dgm:spPr/>
    </dgm:pt>
    <dgm:pt modelId="{FDD228E4-D4FF-4553-9123-E5373E386995}" type="pres">
      <dgm:prSet presAssocID="{91D7881A-903A-4B45-BDFC-5014F84CE3CF}" presName="background" presStyleLbl="node0" presStyleIdx="0" presStyleCnt="3"/>
      <dgm:spPr/>
    </dgm:pt>
    <dgm:pt modelId="{3965C8E5-A772-4656-8D3A-BE1F3E5DE91F}" type="pres">
      <dgm:prSet presAssocID="{91D7881A-903A-4B45-BDFC-5014F84CE3CF}" presName="text" presStyleLbl="fgAcc0" presStyleIdx="0" presStyleCnt="3">
        <dgm:presLayoutVars>
          <dgm:chPref val="3"/>
        </dgm:presLayoutVars>
      </dgm:prSet>
      <dgm:spPr/>
    </dgm:pt>
    <dgm:pt modelId="{BD1E1575-DBE4-4298-969A-3D9D2D6948C1}" type="pres">
      <dgm:prSet presAssocID="{91D7881A-903A-4B45-BDFC-5014F84CE3CF}" presName="hierChild2" presStyleCnt="0"/>
      <dgm:spPr/>
    </dgm:pt>
    <dgm:pt modelId="{DEBCAD41-ED32-43DC-8E04-27C85CA219C3}" type="pres">
      <dgm:prSet presAssocID="{700C100D-030B-4FA6-81A3-6CBDE508C461}" presName="hierRoot1" presStyleCnt="0"/>
      <dgm:spPr/>
    </dgm:pt>
    <dgm:pt modelId="{BBE3B38C-C5D1-4D2D-8EA5-A3A4AE016114}" type="pres">
      <dgm:prSet presAssocID="{700C100D-030B-4FA6-81A3-6CBDE508C461}" presName="composite" presStyleCnt="0"/>
      <dgm:spPr/>
    </dgm:pt>
    <dgm:pt modelId="{7E73E26E-8014-45F0-BB5E-192F91E478F9}" type="pres">
      <dgm:prSet presAssocID="{700C100D-030B-4FA6-81A3-6CBDE508C461}" presName="background" presStyleLbl="node0" presStyleIdx="1" presStyleCnt="3"/>
      <dgm:spPr/>
    </dgm:pt>
    <dgm:pt modelId="{30A0450C-58E4-48ED-9A04-F43C044EFBF2}" type="pres">
      <dgm:prSet presAssocID="{700C100D-030B-4FA6-81A3-6CBDE508C461}" presName="text" presStyleLbl="fgAcc0" presStyleIdx="1" presStyleCnt="3">
        <dgm:presLayoutVars>
          <dgm:chPref val="3"/>
        </dgm:presLayoutVars>
      </dgm:prSet>
      <dgm:spPr/>
    </dgm:pt>
    <dgm:pt modelId="{B304E0EE-D957-434C-9226-3A5C03897169}" type="pres">
      <dgm:prSet presAssocID="{700C100D-030B-4FA6-81A3-6CBDE508C461}" presName="hierChild2" presStyleCnt="0"/>
      <dgm:spPr/>
    </dgm:pt>
    <dgm:pt modelId="{ADE49974-13C8-44EF-8618-1C50B62CBEF1}" type="pres">
      <dgm:prSet presAssocID="{B9FADB0A-E1D8-4F79-9F2D-4910C5EDD2CC}" presName="hierRoot1" presStyleCnt="0"/>
      <dgm:spPr/>
    </dgm:pt>
    <dgm:pt modelId="{2BAAA979-BDA7-40AC-ADD0-A599320B6B24}" type="pres">
      <dgm:prSet presAssocID="{B9FADB0A-E1D8-4F79-9F2D-4910C5EDD2CC}" presName="composite" presStyleCnt="0"/>
      <dgm:spPr/>
    </dgm:pt>
    <dgm:pt modelId="{76B0B682-FAD5-44FA-BE34-D879C7577461}" type="pres">
      <dgm:prSet presAssocID="{B9FADB0A-E1D8-4F79-9F2D-4910C5EDD2CC}" presName="background" presStyleLbl="node0" presStyleIdx="2" presStyleCnt="3"/>
      <dgm:spPr/>
    </dgm:pt>
    <dgm:pt modelId="{66D89E32-9095-40C1-B218-94AF0D5D419B}" type="pres">
      <dgm:prSet presAssocID="{B9FADB0A-E1D8-4F79-9F2D-4910C5EDD2CC}" presName="text" presStyleLbl="fgAcc0" presStyleIdx="2" presStyleCnt="3">
        <dgm:presLayoutVars>
          <dgm:chPref val="3"/>
        </dgm:presLayoutVars>
      </dgm:prSet>
      <dgm:spPr/>
    </dgm:pt>
    <dgm:pt modelId="{8AC55886-84B9-4E55-8756-A88AF88823A1}" type="pres">
      <dgm:prSet presAssocID="{B9FADB0A-E1D8-4F79-9F2D-4910C5EDD2CC}" presName="hierChild2" presStyleCnt="0"/>
      <dgm:spPr/>
    </dgm:pt>
  </dgm:ptLst>
  <dgm:cxnLst>
    <dgm:cxn modelId="{69E2D413-8A40-4E96-AF2D-4384C00085A6}" srcId="{694E3FC1-38F4-4DEE-9773-21080C37D13E}" destId="{91D7881A-903A-4B45-BDFC-5014F84CE3CF}" srcOrd="0" destOrd="0" parTransId="{854BFB73-1E0C-45F3-BA01-382616473A10}" sibTransId="{13046506-59F5-4A16-BABE-BB340EE3DE25}"/>
    <dgm:cxn modelId="{41A21939-E938-4FE5-B591-17A4F39BE358}" srcId="{694E3FC1-38F4-4DEE-9773-21080C37D13E}" destId="{B9FADB0A-E1D8-4F79-9F2D-4910C5EDD2CC}" srcOrd="2" destOrd="0" parTransId="{986206CA-F2B2-4133-B10E-519F7037B67C}" sibTransId="{723F9C26-686B-4BD1-9990-A4E137B121E5}"/>
    <dgm:cxn modelId="{FCF56349-0CBA-4665-B3EC-99D3F5CC91BA}" type="presOf" srcId="{B9FADB0A-E1D8-4F79-9F2D-4910C5EDD2CC}" destId="{66D89E32-9095-40C1-B218-94AF0D5D419B}" srcOrd="0" destOrd="0" presId="urn:microsoft.com/office/officeart/2005/8/layout/hierarchy1"/>
    <dgm:cxn modelId="{417D377F-E140-4C9A-A2F5-140D47B2053F}" type="presOf" srcId="{694E3FC1-38F4-4DEE-9773-21080C37D13E}" destId="{EE02DDE8-60B0-4164-889B-05E693FF55B7}" srcOrd="0" destOrd="0" presId="urn:microsoft.com/office/officeart/2005/8/layout/hierarchy1"/>
    <dgm:cxn modelId="{272EB1AB-284F-470D-A3DF-9A5BD174430C}" srcId="{694E3FC1-38F4-4DEE-9773-21080C37D13E}" destId="{700C100D-030B-4FA6-81A3-6CBDE508C461}" srcOrd="1" destOrd="0" parTransId="{7ECF0DC7-FC74-4116-A04A-83B7369EC95C}" sibTransId="{77A4C64C-5BC4-42CC-A5FE-17C28DB62F7C}"/>
    <dgm:cxn modelId="{4CBA41C2-58E6-4313-990E-E1C5EF1AC9EB}" type="presOf" srcId="{91D7881A-903A-4B45-BDFC-5014F84CE3CF}" destId="{3965C8E5-A772-4656-8D3A-BE1F3E5DE91F}" srcOrd="0" destOrd="0" presId="urn:microsoft.com/office/officeart/2005/8/layout/hierarchy1"/>
    <dgm:cxn modelId="{70C9B5D8-47E1-4236-9347-B7E42986BE56}" type="presOf" srcId="{700C100D-030B-4FA6-81A3-6CBDE508C461}" destId="{30A0450C-58E4-48ED-9A04-F43C044EFBF2}" srcOrd="0" destOrd="0" presId="urn:microsoft.com/office/officeart/2005/8/layout/hierarchy1"/>
    <dgm:cxn modelId="{5F0B3ADD-F080-4BB6-BC89-C63216149DEB}" type="presParOf" srcId="{EE02DDE8-60B0-4164-889B-05E693FF55B7}" destId="{8EB12317-8CF2-484B-AC56-B7E18ABAC745}" srcOrd="0" destOrd="0" presId="urn:microsoft.com/office/officeart/2005/8/layout/hierarchy1"/>
    <dgm:cxn modelId="{39826A12-6E1E-40E1-BF5C-7E763039B0D5}" type="presParOf" srcId="{8EB12317-8CF2-484B-AC56-B7E18ABAC745}" destId="{3A786AEB-E1EE-4CA7-9F52-0D1CB8BE2891}" srcOrd="0" destOrd="0" presId="urn:microsoft.com/office/officeart/2005/8/layout/hierarchy1"/>
    <dgm:cxn modelId="{AAC11040-A878-42A8-8C5B-B67CA688D0CD}" type="presParOf" srcId="{3A786AEB-E1EE-4CA7-9F52-0D1CB8BE2891}" destId="{FDD228E4-D4FF-4553-9123-E5373E386995}" srcOrd="0" destOrd="0" presId="urn:microsoft.com/office/officeart/2005/8/layout/hierarchy1"/>
    <dgm:cxn modelId="{FBDAB909-F485-4EEE-A5FC-20E4C5631D33}" type="presParOf" srcId="{3A786AEB-E1EE-4CA7-9F52-0D1CB8BE2891}" destId="{3965C8E5-A772-4656-8D3A-BE1F3E5DE91F}" srcOrd="1" destOrd="0" presId="urn:microsoft.com/office/officeart/2005/8/layout/hierarchy1"/>
    <dgm:cxn modelId="{D4DE3334-11F6-4EF0-9664-FC6CE1422A8E}" type="presParOf" srcId="{8EB12317-8CF2-484B-AC56-B7E18ABAC745}" destId="{BD1E1575-DBE4-4298-969A-3D9D2D6948C1}" srcOrd="1" destOrd="0" presId="urn:microsoft.com/office/officeart/2005/8/layout/hierarchy1"/>
    <dgm:cxn modelId="{80BB56C4-DBC2-493D-B5C4-5CF70C3138A8}" type="presParOf" srcId="{EE02DDE8-60B0-4164-889B-05E693FF55B7}" destId="{DEBCAD41-ED32-43DC-8E04-27C85CA219C3}" srcOrd="1" destOrd="0" presId="urn:microsoft.com/office/officeart/2005/8/layout/hierarchy1"/>
    <dgm:cxn modelId="{B7841CFA-B97C-4701-ABE3-F6BD56AD4C09}" type="presParOf" srcId="{DEBCAD41-ED32-43DC-8E04-27C85CA219C3}" destId="{BBE3B38C-C5D1-4D2D-8EA5-A3A4AE016114}" srcOrd="0" destOrd="0" presId="urn:microsoft.com/office/officeart/2005/8/layout/hierarchy1"/>
    <dgm:cxn modelId="{703B3593-1EA5-467A-8351-EDFCBCD91584}" type="presParOf" srcId="{BBE3B38C-C5D1-4D2D-8EA5-A3A4AE016114}" destId="{7E73E26E-8014-45F0-BB5E-192F91E478F9}" srcOrd="0" destOrd="0" presId="urn:microsoft.com/office/officeart/2005/8/layout/hierarchy1"/>
    <dgm:cxn modelId="{4BB457D0-3803-428F-B521-8FCE15625FA5}" type="presParOf" srcId="{BBE3B38C-C5D1-4D2D-8EA5-A3A4AE016114}" destId="{30A0450C-58E4-48ED-9A04-F43C044EFBF2}" srcOrd="1" destOrd="0" presId="urn:microsoft.com/office/officeart/2005/8/layout/hierarchy1"/>
    <dgm:cxn modelId="{87D56659-270E-410B-AEFA-DF04543C3263}" type="presParOf" srcId="{DEBCAD41-ED32-43DC-8E04-27C85CA219C3}" destId="{B304E0EE-D957-434C-9226-3A5C03897169}" srcOrd="1" destOrd="0" presId="urn:microsoft.com/office/officeart/2005/8/layout/hierarchy1"/>
    <dgm:cxn modelId="{A733A80D-4938-49F8-897C-C4DF4D05CE38}" type="presParOf" srcId="{EE02DDE8-60B0-4164-889B-05E693FF55B7}" destId="{ADE49974-13C8-44EF-8618-1C50B62CBEF1}" srcOrd="2" destOrd="0" presId="urn:microsoft.com/office/officeart/2005/8/layout/hierarchy1"/>
    <dgm:cxn modelId="{DF8A42FD-3060-40A0-B38B-6CB3EEC317B5}" type="presParOf" srcId="{ADE49974-13C8-44EF-8618-1C50B62CBEF1}" destId="{2BAAA979-BDA7-40AC-ADD0-A599320B6B24}" srcOrd="0" destOrd="0" presId="urn:microsoft.com/office/officeart/2005/8/layout/hierarchy1"/>
    <dgm:cxn modelId="{3BA9C20E-8F77-4966-9512-7EE18D115019}" type="presParOf" srcId="{2BAAA979-BDA7-40AC-ADD0-A599320B6B24}" destId="{76B0B682-FAD5-44FA-BE34-D879C7577461}" srcOrd="0" destOrd="0" presId="urn:microsoft.com/office/officeart/2005/8/layout/hierarchy1"/>
    <dgm:cxn modelId="{27402664-94D8-4A50-ABA0-5D65EFBB817F}" type="presParOf" srcId="{2BAAA979-BDA7-40AC-ADD0-A599320B6B24}" destId="{66D89E32-9095-40C1-B218-94AF0D5D419B}" srcOrd="1" destOrd="0" presId="urn:microsoft.com/office/officeart/2005/8/layout/hierarchy1"/>
    <dgm:cxn modelId="{E92161EA-7DAF-40A3-913C-B1F562A86540}" type="presParOf" srcId="{ADE49974-13C8-44EF-8618-1C50B62CBEF1}" destId="{8AC55886-84B9-4E55-8756-A88AF88823A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86CD45-5EB6-4D4B-9890-DF22223D505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1D5E022-4449-470D-AAAE-28D04D74B23B}">
      <dgm:prSet/>
      <dgm:spPr/>
      <dgm:t>
        <a:bodyPr/>
        <a:lstStyle/>
        <a:p>
          <a:r>
            <a:rPr lang="bs-Latn-BA" b="0" i="0" baseline="0" dirty="0"/>
            <a:t>Svaka boja ima psihološki </a:t>
          </a:r>
          <a:r>
            <a:rPr lang="bs-Latn-BA" b="0" i="0" baseline="0" dirty="0" err="1"/>
            <a:t>efekat</a:t>
          </a:r>
          <a:r>
            <a:rPr lang="bs-Latn-BA" b="0" i="0" baseline="0" dirty="0"/>
            <a:t>:</a:t>
          </a:r>
          <a:endParaRPr lang="en-US" dirty="0"/>
        </a:p>
      </dgm:t>
    </dgm:pt>
    <dgm:pt modelId="{FD0C795F-BBF2-41A9-B28C-A1C937BE2AEF}" type="parTrans" cxnId="{364BDD75-23E7-463B-92E8-1E61A78401D7}">
      <dgm:prSet/>
      <dgm:spPr/>
      <dgm:t>
        <a:bodyPr/>
        <a:lstStyle/>
        <a:p>
          <a:endParaRPr lang="en-US"/>
        </a:p>
      </dgm:t>
    </dgm:pt>
    <dgm:pt modelId="{8724CE97-7B0B-4F33-9062-CC3DE7B36940}" type="sibTrans" cxnId="{364BDD75-23E7-463B-92E8-1E61A78401D7}">
      <dgm:prSet/>
      <dgm:spPr/>
      <dgm:t>
        <a:bodyPr/>
        <a:lstStyle/>
        <a:p>
          <a:endParaRPr lang="en-US"/>
        </a:p>
      </dgm:t>
    </dgm:pt>
    <dgm:pt modelId="{3EF6C614-7482-403F-B2B0-FCCC680C7A7C}">
      <dgm:prSet/>
      <dgm:spPr/>
      <dgm:t>
        <a:bodyPr/>
        <a:lstStyle/>
        <a:p>
          <a:r>
            <a:rPr lang="bs-Latn-BA" b="0" i="0" baseline="0" dirty="0"/>
            <a:t>Plava = povjerenje i profesionalnost</a:t>
          </a:r>
          <a:endParaRPr lang="en-US" dirty="0"/>
        </a:p>
      </dgm:t>
    </dgm:pt>
    <dgm:pt modelId="{21AC923D-18F5-4277-B76C-8FF185069377}" type="parTrans" cxnId="{815B898F-D09C-415E-823D-4F6EA1E145E0}">
      <dgm:prSet/>
      <dgm:spPr/>
      <dgm:t>
        <a:bodyPr/>
        <a:lstStyle/>
        <a:p>
          <a:endParaRPr lang="en-US"/>
        </a:p>
      </dgm:t>
    </dgm:pt>
    <dgm:pt modelId="{F7A26F12-386A-4134-BD54-F51F2E6F4EC9}" type="sibTrans" cxnId="{815B898F-D09C-415E-823D-4F6EA1E145E0}">
      <dgm:prSet/>
      <dgm:spPr/>
      <dgm:t>
        <a:bodyPr/>
        <a:lstStyle/>
        <a:p>
          <a:endParaRPr lang="en-US"/>
        </a:p>
      </dgm:t>
    </dgm:pt>
    <dgm:pt modelId="{1F863B71-7271-4003-AE40-4DAFE5A9EF40}">
      <dgm:prSet/>
      <dgm:spPr/>
      <dgm:t>
        <a:bodyPr/>
        <a:lstStyle/>
        <a:p>
          <a:r>
            <a:rPr lang="bs-Latn-BA" b="0" i="0" baseline="0" dirty="0"/>
            <a:t>Crvena = energija i akcija</a:t>
          </a:r>
          <a:endParaRPr lang="en-US" dirty="0"/>
        </a:p>
      </dgm:t>
    </dgm:pt>
    <dgm:pt modelId="{577632FC-6162-40AE-9861-0940D06ACFCA}" type="parTrans" cxnId="{3421CC0E-8EA8-47E2-AED6-F30329592B7F}">
      <dgm:prSet/>
      <dgm:spPr/>
      <dgm:t>
        <a:bodyPr/>
        <a:lstStyle/>
        <a:p>
          <a:endParaRPr lang="en-US"/>
        </a:p>
      </dgm:t>
    </dgm:pt>
    <dgm:pt modelId="{886D34B6-8218-49AC-9CD8-193AD497BA0A}" type="sibTrans" cxnId="{3421CC0E-8EA8-47E2-AED6-F30329592B7F}">
      <dgm:prSet/>
      <dgm:spPr/>
      <dgm:t>
        <a:bodyPr/>
        <a:lstStyle/>
        <a:p>
          <a:endParaRPr lang="en-US"/>
        </a:p>
      </dgm:t>
    </dgm:pt>
    <dgm:pt modelId="{0A6524E6-48E9-424A-87CC-1572D9355514}">
      <dgm:prSet/>
      <dgm:spPr/>
      <dgm:t>
        <a:bodyPr/>
        <a:lstStyle/>
        <a:p>
          <a:r>
            <a:rPr lang="bs-Latn-BA" b="0" i="0" baseline="0" dirty="0"/>
            <a:t>Zelena = smirenost i stabilnost</a:t>
          </a:r>
          <a:endParaRPr lang="en-US" dirty="0"/>
        </a:p>
      </dgm:t>
    </dgm:pt>
    <dgm:pt modelId="{D022F4F1-6D68-4F4E-B68C-E81B6925C115}" type="parTrans" cxnId="{4C73F7CD-7487-4B11-BF58-688941A624B5}">
      <dgm:prSet/>
      <dgm:spPr/>
      <dgm:t>
        <a:bodyPr/>
        <a:lstStyle/>
        <a:p>
          <a:endParaRPr lang="en-US"/>
        </a:p>
      </dgm:t>
    </dgm:pt>
    <dgm:pt modelId="{49CAF5DE-9C88-4EEA-A449-D9EF12A66695}" type="sibTrans" cxnId="{4C73F7CD-7487-4B11-BF58-688941A624B5}">
      <dgm:prSet/>
      <dgm:spPr/>
      <dgm:t>
        <a:bodyPr/>
        <a:lstStyle/>
        <a:p>
          <a:endParaRPr lang="en-US"/>
        </a:p>
      </dgm:t>
    </dgm:pt>
    <dgm:pt modelId="{B9DB2969-34CC-477D-843C-8A2DA6E9BF81}">
      <dgm:prSet/>
      <dgm:spPr/>
      <dgm:t>
        <a:bodyPr/>
        <a:lstStyle/>
        <a:p>
          <a:r>
            <a:rPr lang="bs-Latn-BA" b="0" i="0" baseline="0" dirty="0"/>
            <a:t>Pravilo </a:t>
          </a:r>
          <a:r>
            <a:rPr lang="bs-Latn-BA" b="1" i="0" baseline="0" dirty="0"/>
            <a:t>60-30-10</a:t>
          </a:r>
          <a:r>
            <a:rPr lang="bs-Latn-BA" b="0" i="0" baseline="0" dirty="0"/>
            <a:t> koristi se za skladnu kombinaciju boja (dominantna, sekundarna i akcentna boja).</a:t>
          </a:r>
          <a:endParaRPr lang="en-US" dirty="0"/>
        </a:p>
      </dgm:t>
    </dgm:pt>
    <dgm:pt modelId="{4FF654F7-EC96-4560-8B1B-1D9CD0DE1B8A}" type="parTrans" cxnId="{10E6F611-BA29-429B-9854-4DC75853B7A4}">
      <dgm:prSet/>
      <dgm:spPr/>
      <dgm:t>
        <a:bodyPr/>
        <a:lstStyle/>
        <a:p>
          <a:endParaRPr lang="en-US"/>
        </a:p>
      </dgm:t>
    </dgm:pt>
    <dgm:pt modelId="{C24DCBDC-39CA-4156-A47E-2DCDF1BD9313}" type="sibTrans" cxnId="{10E6F611-BA29-429B-9854-4DC75853B7A4}">
      <dgm:prSet/>
      <dgm:spPr/>
      <dgm:t>
        <a:bodyPr/>
        <a:lstStyle/>
        <a:p>
          <a:endParaRPr lang="en-US"/>
        </a:p>
      </dgm:t>
    </dgm:pt>
    <dgm:pt modelId="{ACE7A0F3-CED0-4FC6-8811-309145E5FD5C}" type="pres">
      <dgm:prSet presAssocID="{D186CD45-5EB6-4D4B-9890-DF22223D505F}" presName="vert0" presStyleCnt="0">
        <dgm:presLayoutVars>
          <dgm:dir/>
          <dgm:animOne val="branch"/>
          <dgm:animLvl val="lvl"/>
        </dgm:presLayoutVars>
      </dgm:prSet>
      <dgm:spPr/>
    </dgm:pt>
    <dgm:pt modelId="{B52FA85B-D744-4834-AC61-739D7DB3E9FD}" type="pres">
      <dgm:prSet presAssocID="{A1D5E022-4449-470D-AAAE-28D04D74B23B}" presName="thickLine" presStyleLbl="alignNode1" presStyleIdx="0" presStyleCnt="5"/>
      <dgm:spPr/>
    </dgm:pt>
    <dgm:pt modelId="{DE976173-FDBE-47DC-A096-C43858AAE007}" type="pres">
      <dgm:prSet presAssocID="{A1D5E022-4449-470D-AAAE-28D04D74B23B}" presName="horz1" presStyleCnt="0"/>
      <dgm:spPr/>
    </dgm:pt>
    <dgm:pt modelId="{F9E98554-D866-4E33-851B-345841DF37A1}" type="pres">
      <dgm:prSet presAssocID="{A1D5E022-4449-470D-AAAE-28D04D74B23B}" presName="tx1" presStyleLbl="revTx" presStyleIdx="0" presStyleCnt="5"/>
      <dgm:spPr/>
    </dgm:pt>
    <dgm:pt modelId="{5DEE5949-8C7F-4ADA-88B9-F0333CE381F6}" type="pres">
      <dgm:prSet presAssocID="{A1D5E022-4449-470D-AAAE-28D04D74B23B}" presName="vert1" presStyleCnt="0"/>
      <dgm:spPr/>
    </dgm:pt>
    <dgm:pt modelId="{2867027B-5403-4518-93B9-7C7B725FACD0}" type="pres">
      <dgm:prSet presAssocID="{3EF6C614-7482-403F-B2B0-FCCC680C7A7C}" presName="thickLine" presStyleLbl="alignNode1" presStyleIdx="1" presStyleCnt="5"/>
      <dgm:spPr/>
    </dgm:pt>
    <dgm:pt modelId="{F017750B-3CAB-4FBF-B891-1705162B7C1C}" type="pres">
      <dgm:prSet presAssocID="{3EF6C614-7482-403F-B2B0-FCCC680C7A7C}" presName="horz1" presStyleCnt="0"/>
      <dgm:spPr/>
    </dgm:pt>
    <dgm:pt modelId="{360F9BC8-7FAD-4109-8538-6384455AE44E}" type="pres">
      <dgm:prSet presAssocID="{3EF6C614-7482-403F-B2B0-FCCC680C7A7C}" presName="tx1" presStyleLbl="revTx" presStyleIdx="1" presStyleCnt="5"/>
      <dgm:spPr/>
    </dgm:pt>
    <dgm:pt modelId="{B815A008-4D83-471D-915F-74E76F929D0C}" type="pres">
      <dgm:prSet presAssocID="{3EF6C614-7482-403F-B2B0-FCCC680C7A7C}" presName="vert1" presStyleCnt="0"/>
      <dgm:spPr/>
    </dgm:pt>
    <dgm:pt modelId="{A8AB7272-9C60-4372-9193-71A5455A6E85}" type="pres">
      <dgm:prSet presAssocID="{1F863B71-7271-4003-AE40-4DAFE5A9EF40}" presName="thickLine" presStyleLbl="alignNode1" presStyleIdx="2" presStyleCnt="5"/>
      <dgm:spPr/>
    </dgm:pt>
    <dgm:pt modelId="{DAA33870-654E-4362-921F-7A160D777D6B}" type="pres">
      <dgm:prSet presAssocID="{1F863B71-7271-4003-AE40-4DAFE5A9EF40}" presName="horz1" presStyleCnt="0"/>
      <dgm:spPr/>
    </dgm:pt>
    <dgm:pt modelId="{7659284B-0FA6-48A7-8DE7-27704E2C502A}" type="pres">
      <dgm:prSet presAssocID="{1F863B71-7271-4003-AE40-4DAFE5A9EF40}" presName="tx1" presStyleLbl="revTx" presStyleIdx="2" presStyleCnt="5"/>
      <dgm:spPr/>
    </dgm:pt>
    <dgm:pt modelId="{798B90CE-E328-4F45-A134-25F23A8A6AB2}" type="pres">
      <dgm:prSet presAssocID="{1F863B71-7271-4003-AE40-4DAFE5A9EF40}" presName="vert1" presStyleCnt="0"/>
      <dgm:spPr/>
    </dgm:pt>
    <dgm:pt modelId="{E2063F69-1857-4141-9D3C-DC7CE35FB2E3}" type="pres">
      <dgm:prSet presAssocID="{0A6524E6-48E9-424A-87CC-1572D9355514}" presName="thickLine" presStyleLbl="alignNode1" presStyleIdx="3" presStyleCnt="5"/>
      <dgm:spPr/>
    </dgm:pt>
    <dgm:pt modelId="{406820E6-A1AE-4F6A-B912-656B327CB88E}" type="pres">
      <dgm:prSet presAssocID="{0A6524E6-48E9-424A-87CC-1572D9355514}" presName="horz1" presStyleCnt="0"/>
      <dgm:spPr/>
    </dgm:pt>
    <dgm:pt modelId="{0B13936F-DA4A-46B0-BEDF-DFCF730DBDC6}" type="pres">
      <dgm:prSet presAssocID="{0A6524E6-48E9-424A-87CC-1572D9355514}" presName="tx1" presStyleLbl="revTx" presStyleIdx="3" presStyleCnt="5"/>
      <dgm:spPr/>
    </dgm:pt>
    <dgm:pt modelId="{C479324F-49CC-43C3-96E7-85DDC76CA328}" type="pres">
      <dgm:prSet presAssocID="{0A6524E6-48E9-424A-87CC-1572D9355514}" presName="vert1" presStyleCnt="0"/>
      <dgm:spPr/>
    </dgm:pt>
    <dgm:pt modelId="{966420ED-3C03-43AB-AD70-9FDE920F61E6}" type="pres">
      <dgm:prSet presAssocID="{B9DB2969-34CC-477D-843C-8A2DA6E9BF81}" presName="thickLine" presStyleLbl="alignNode1" presStyleIdx="4" presStyleCnt="5"/>
      <dgm:spPr/>
    </dgm:pt>
    <dgm:pt modelId="{73AD03A8-565B-4700-9B56-C43B71C68087}" type="pres">
      <dgm:prSet presAssocID="{B9DB2969-34CC-477D-843C-8A2DA6E9BF81}" presName="horz1" presStyleCnt="0"/>
      <dgm:spPr/>
    </dgm:pt>
    <dgm:pt modelId="{D5995243-A215-45FF-AC82-EC6797BC1F51}" type="pres">
      <dgm:prSet presAssocID="{B9DB2969-34CC-477D-843C-8A2DA6E9BF81}" presName="tx1" presStyleLbl="revTx" presStyleIdx="4" presStyleCnt="5"/>
      <dgm:spPr/>
    </dgm:pt>
    <dgm:pt modelId="{77A46377-1072-4503-B62D-CE6F456DB930}" type="pres">
      <dgm:prSet presAssocID="{B9DB2969-34CC-477D-843C-8A2DA6E9BF81}" presName="vert1" presStyleCnt="0"/>
      <dgm:spPr/>
    </dgm:pt>
  </dgm:ptLst>
  <dgm:cxnLst>
    <dgm:cxn modelId="{3421CC0E-8EA8-47E2-AED6-F30329592B7F}" srcId="{D186CD45-5EB6-4D4B-9890-DF22223D505F}" destId="{1F863B71-7271-4003-AE40-4DAFE5A9EF40}" srcOrd="2" destOrd="0" parTransId="{577632FC-6162-40AE-9861-0940D06ACFCA}" sibTransId="{886D34B6-8218-49AC-9CD8-193AD497BA0A}"/>
    <dgm:cxn modelId="{CF8EE00F-0DBA-412E-8E68-05CC53CDDE9A}" type="presOf" srcId="{B9DB2969-34CC-477D-843C-8A2DA6E9BF81}" destId="{D5995243-A215-45FF-AC82-EC6797BC1F51}" srcOrd="0" destOrd="0" presId="urn:microsoft.com/office/officeart/2008/layout/LinedList"/>
    <dgm:cxn modelId="{DCF07311-9515-4578-BDC9-862F67F7CEAB}" type="presOf" srcId="{D186CD45-5EB6-4D4B-9890-DF22223D505F}" destId="{ACE7A0F3-CED0-4FC6-8811-309145E5FD5C}" srcOrd="0" destOrd="0" presId="urn:microsoft.com/office/officeart/2008/layout/LinedList"/>
    <dgm:cxn modelId="{10E6F611-BA29-429B-9854-4DC75853B7A4}" srcId="{D186CD45-5EB6-4D4B-9890-DF22223D505F}" destId="{B9DB2969-34CC-477D-843C-8A2DA6E9BF81}" srcOrd="4" destOrd="0" parTransId="{4FF654F7-EC96-4560-8B1B-1D9CD0DE1B8A}" sibTransId="{C24DCBDC-39CA-4156-A47E-2DCDF1BD9313}"/>
    <dgm:cxn modelId="{364BDD75-23E7-463B-92E8-1E61A78401D7}" srcId="{D186CD45-5EB6-4D4B-9890-DF22223D505F}" destId="{A1D5E022-4449-470D-AAAE-28D04D74B23B}" srcOrd="0" destOrd="0" parTransId="{FD0C795F-BBF2-41A9-B28C-A1C937BE2AEF}" sibTransId="{8724CE97-7B0B-4F33-9062-CC3DE7B36940}"/>
    <dgm:cxn modelId="{18D8BC84-1BFC-4BA4-8DD8-6BEA33240E3C}" type="presOf" srcId="{0A6524E6-48E9-424A-87CC-1572D9355514}" destId="{0B13936F-DA4A-46B0-BEDF-DFCF730DBDC6}" srcOrd="0" destOrd="0" presId="urn:microsoft.com/office/officeart/2008/layout/LinedList"/>
    <dgm:cxn modelId="{815B898F-D09C-415E-823D-4F6EA1E145E0}" srcId="{D186CD45-5EB6-4D4B-9890-DF22223D505F}" destId="{3EF6C614-7482-403F-B2B0-FCCC680C7A7C}" srcOrd="1" destOrd="0" parTransId="{21AC923D-18F5-4277-B76C-8FF185069377}" sibTransId="{F7A26F12-386A-4134-BD54-F51F2E6F4EC9}"/>
    <dgm:cxn modelId="{4C07AAC6-5546-4F3E-88F4-0164B20C7864}" type="presOf" srcId="{1F863B71-7271-4003-AE40-4DAFE5A9EF40}" destId="{7659284B-0FA6-48A7-8DE7-27704E2C502A}" srcOrd="0" destOrd="0" presId="urn:microsoft.com/office/officeart/2008/layout/LinedList"/>
    <dgm:cxn modelId="{4C73F7CD-7487-4B11-BF58-688941A624B5}" srcId="{D186CD45-5EB6-4D4B-9890-DF22223D505F}" destId="{0A6524E6-48E9-424A-87CC-1572D9355514}" srcOrd="3" destOrd="0" parTransId="{D022F4F1-6D68-4F4E-B68C-E81B6925C115}" sibTransId="{49CAF5DE-9C88-4EEA-A449-D9EF12A66695}"/>
    <dgm:cxn modelId="{D6C9EED2-93C7-4A2E-A2D6-E5357AFE89BF}" type="presOf" srcId="{3EF6C614-7482-403F-B2B0-FCCC680C7A7C}" destId="{360F9BC8-7FAD-4109-8538-6384455AE44E}" srcOrd="0" destOrd="0" presId="urn:microsoft.com/office/officeart/2008/layout/LinedList"/>
    <dgm:cxn modelId="{1B3F4BE5-4AF3-4A73-9153-3D080E4BCD51}" type="presOf" srcId="{A1D5E022-4449-470D-AAAE-28D04D74B23B}" destId="{F9E98554-D866-4E33-851B-345841DF37A1}" srcOrd="0" destOrd="0" presId="urn:microsoft.com/office/officeart/2008/layout/LinedList"/>
    <dgm:cxn modelId="{F723D7F5-6967-4CD7-A55D-89D9A280F445}" type="presParOf" srcId="{ACE7A0F3-CED0-4FC6-8811-309145E5FD5C}" destId="{B52FA85B-D744-4834-AC61-739D7DB3E9FD}" srcOrd="0" destOrd="0" presId="urn:microsoft.com/office/officeart/2008/layout/LinedList"/>
    <dgm:cxn modelId="{E629F15C-FF5D-41CA-BA6D-EE27FD60BE7D}" type="presParOf" srcId="{ACE7A0F3-CED0-4FC6-8811-309145E5FD5C}" destId="{DE976173-FDBE-47DC-A096-C43858AAE007}" srcOrd="1" destOrd="0" presId="urn:microsoft.com/office/officeart/2008/layout/LinedList"/>
    <dgm:cxn modelId="{F6F4F8E6-1156-4686-A2AA-BDF1E7597850}" type="presParOf" srcId="{DE976173-FDBE-47DC-A096-C43858AAE007}" destId="{F9E98554-D866-4E33-851B-345841DF37A1}" srcOrd="0" destOrd="0" presId="urn:microsoft.com/office/officeart/2008/layout/LinedList"/>
    <dgm:cxn modelId="{D03B486A-1B29-49BE-9683-0436FED91267}" type="presParOf" srcId="{DE976173-FDBE-47DC-A096-C43858AAE007}" destId="{5DEE5949-8C7F-4ADA-88B9-F0333CE381F6}" srcOrd="1" destOrd="0" presId="urn:microsoft.com/office/officeart/2008/layout/LinedList"/>
    <dgm:cxn modelId="{D8BB3F7F-C6B3-455F-A68D-2966DD376331}" type="presParOf" srcId="{ACE7A0F3-CED0-4FC6-8811-309145E5FD5C}" destId="{2867027B-5403-4518-93B9-7C7B725FACD0}" srcOrd="2" destOrd="0" presId="urn:microsoft.com/office/officeart/2008/layout/LinedList"/>
    <dgm:cxn modelId="{87CE5BCD-6C08-4672-B21D-1A9AFE60454C}" type="presParOf" srcId="{ACE7A0F3-CED0-4FC6-8811-309145E5FD5C}" destId="{F017750B-3CAB-4FBF-B891-1705162B7C1C}" srcOrd="3" destOrd="0" presId="urn:microsoft.com/office/officeart/2008/layout/LinedList"/>
    <dgm:cxn modelId="{DBBB5F35-46CC-4144-BE77-22375C495E0C}" type="presParOf" srcId="{F017750B-3CAB-4FBF-B891-1705162B7C1C}" destId="{360F9BC8-7FAD-4109-8538-6384455AE44E}" srcOrd="0" destOrd="0" presId="urn:microsoft.com/office/officeart/2008/layout/LinedList"/>
    <dgm:cxn modelId="{DB6AA1CE-0B33-400F-9925-59192F47B3E9}" type="presParOf" srcId="{F017750B-3CAB-4FBF-B891-1705162B7C1C}" destId="{B815A008-4D83-471D-915F-74E76F929D0C}" srcOrd="1" destOrd="0" presId="urn:microsoft.com/office/officeart/2008/layout/LinedList"/>
    <dgm:cxn modelId="{FAE003D8-9926-4537-8224-09E023DBFDAE}" type="presParOf" srcId="{ACE7A0F3-CED0-4FC6-8811-309145E5FD5C}" destId="{A8AB7272-9C60-4372-9193-71A5455A6E85}" srcOrd="4" destOrd="0" presId="urn:microsoft.com/office/officeart/2008/layout/LinedList"/>
    <dgm:cxn modelId="{7637AB54-7048-4D53-B01F-AA81C8DCDAD7}" type="presParOf" srcId="{ACE7A0F3-CED0-4FC6-8811-309145E5FD5C}" destId="{DAA33870-654E-4362-921F-7A160D777D6B}" srcOrd="5" destOrd="0" presId="urn:microsoft.com/office/officeart/2008/layout/LinedList"/>
    <dgm:cxn modelId="{D82FE796-3824-4170-A1A5-557ED24B9244}" type="presParOf" srcId="{DAA33870-654E-4362-921F-7A160D777D6B}" destId="{7659284B-0FA6-48A7-8DE7-27704E2C502A}" srcOrd="0" destOrd="0" presId="urn:microsoft.com/office/officeart/2008/layout/LinedList"/>
    <dgm:cxn modelId="{1FED9958-FCE8-4D70-B86D-FEF848326F00}" type="presParOf" srcId="{DAA33870-654E-4362-921F-7A160D777D6B}" destId="{798B90CE-E328-4F45-A134-25F23A8A6AB2}" srcOrd="1" destOrd="0" presId="urn:microsoft.com/office/officeart/2008/layout/LinedList"/>
    <dgm:cxn modelId="{B2147F2B-C8A7-43F2-A187-7760522029B5}" type="presParOf" srcId="{ACE7A0F3-CED0-4FC6-8811-309145E5FD5C}" destId="{E2063F69-1857-4141-9D3C-DC7CE35FB2E3}" srcOrd="6" destOrd="0" presId="urn:microsoft.com/office/officeart/2008/layout/LinedList"/>
    <dgm:cxn modelId="{1BF18F3C-158B-4B64-BE3A-4C162939E14E}" type="presParOf" srcId="{ACE7A0F3-CED0-4FC6-8811-309145E5FD5C}" destId="{406820E6-A1AE-4F6A-B912-656B327CB88E}" srcOrd="7" destOrd="0" presId="urn:microsoft.com/office/officeart/2008/layout/LinedList"/>
    <dgm:cxn modelId="{F441B662-04F3-40C7-8611-79F2938DB13F}" type="presParOf" srcId="{406820E6-A1AE-4F6A-B912-656B327CB88E}" destId="{0B13936F-DA4A-46B0-BEDF-DFCF730DBDC6}" srcOrd="0" destOrd="0" presId="urn:microsoft.com/office/officeart/2008/layout/LinedList"/>
    <dgm:cxn modelId="{4AEF0ACB-D7C6-4322-84EB-2086CE76C49E}" type="presParOf" srcId="{406820E6-A1AE-4F6A-B912-656B327CB88E}" destId="{C479324F-49CC-43C3-96E7-85DDC76CA328}" srcOrd="1" destOrd="0" presId="urn:microsoft.com/office/officeart/2008/layout/LinedList"/>
    <dgm:cxn modelId="{605BECC1-BE4B-44BE-840A-15DC89E3F590}" type="presParOf" srcId="{ACE7A0F3-CED0-4FC6-8811-309145E5FD5C}" destId="{966420ED-3C03-43AB-AD70-9FDE920F61E6}" srcOrd="8" destOrd="0" presId="urn:microsoft.com/office/officeart/2008/layout/LinedList"/>
    <dgm:cxn modelId="{DAE246A0-DD84-47C5-BF08-7FAB6C88560B}" type="presParOf" srcId="{ACE7A0F3-CED0-4FC6-8811-309145E5FD5C}" destId="{73AD03A8-565B-4700-9B56-C43B71C68087}" srcOrd="9" destOrd="0" presId="urn:microsoft.com/office/officeart/2008/layout/LinedList"/>
    <dgm:cxn modelId="{5DA91327-81D7-47A8-BDFE-576102A21775}" type="presParOf" srcId="{73AD03A8-565B-4700-9B56-C43B71C68087}" destId="{D5995243-A215-45FF-AC82-EC6797BC1F51}" srcOrd="0" destOrd="0" presId="urn:microsoft.com/office/officeart/2008/layout/LinedList"/>
    <dgm:cxn modelId="{8D4AF5D0-C579-4345-A0C2-2E32928C5B69}" type="presParOf" srcId="{73AD03A8-565B-4700-9B56-C43B71C68087}" destId="{77A46377-1072-4503-B62D-CE6F456DB9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271A59-063A-4426-AE2E-FA8390046C6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074DA2-5A74-4B7C-9137-3FF5DC816E25}">
      <dgm:prSet/>
      <dgm:spPr/>
      <dgm:t>
        <a:bodyPr/>
        <a:lstStyle/>
        <a:p>
          <a:r>
            <a:rPr lang="bs-Latn-BA" b="0" i="0" baseline="0" dirty="0"/>
            <a:t>Kontrast osigurava jasnoću, čitljivost i isticanje važnih elemenata.</a:t>
          </a:r>
          <a:endParaRPr lang="en-US" dirty="0"/>
        </a:p>
      </dgm:t>
    </dgm:pt>
    <dgm:pt modelId="{558567AA-BBB0-40FD-97C0-6469EC7618C2}" type="parTrans" cxnId="{95C522EB-A11A-438F-965B-F9CBF0C08D92}">
      <dgm:prSet/>
      <dgm:spPr/>
      <dgm:t>
        <a:bodyPr/>
        <a:lstStyle/>
        <a:p>
          <a:endParaRPr lang="en-US"/>
        </a:p>
      </dgm:t>
    </dgm:pt>
    <dgm:pt modelId="{6E704FBA-6E15-4499-AA91-21527EE9BE79}" type="sibTrans" cxnId="{95C522EB-A11A-438F-965B-F9CBF0C08D92}">
      <dgm:prSet/>
      <dgm:spPr/>
      <dgm:t>
        <a:bodyPr/>
        <a:lstStyle/>
        <a:p>
          <a:endParaRPr lang="en-US"/>
        </a:p>
      </dgm:t>
    </dgm:pt>
    <dgm:pt modelId="{A3162A0F-53E5-4935-8B6E-A80F0AC126BB}">
      <dgm:prSet/>
      <dgm:spPr/>
      <dgm:t>
        <a:bodyPr/>
        <a:lstStyle/>
        <a:p>
          <a:r>
            <a:rPr lang="bs-Latn-BA" b="0" i="0" baseline="0" dirty="0"/>
            <a:t>Pomaže korisniku da se lakše </a:t>
          </a:r>
          <a:r>
            <a:rPr lang="bs-Latn-BA" b="0" i="0" baseline="0" dirty="0" err="1"/>
            <a:t>orijentiše</a:t>
          </a:r>
          <a:r>
            <a:rPr lang="bs-Latn-BA" b="0" i="0" baseline="0" dirty="0"/>
            <a:t> i brže uoči informacije.</a:t>
          </a:r>
          <a:endParaRPr lang="en-US" dirty="0"/>
        </a:p>
      </dgm:t>
    </dgm:pt>
    <dgm:pt modelId="{E0B0D1BB-CBCE-4E1B-BA44-E7CD25D23A3E}" type="parTrans" cxnId="{35AD50A7-60C5-4865-801D-EF7E296EDD11}">
      <dgm:prSet/>
      <dgm:spPr/>
      <dgm:t>
        <a:bodyPr/>
        <a:lstStyle/>
        <a:p>
          <a:endParaRPr lang="en-US"/>
        </a:p>
      </dgm:t>
    </dgm:pt>
    <dgm:pt modelId="{CC299F36-9E0E-4CAC-A6CF-E9D3C4E2252E}" type="sibTrans" cxnId="{35AD50A7-60C5-4865-801D-EF7E296EDD11}">
      <dgm:prSet/>
      <dgm:spPr/>
      <dgm:t>
        <a:bodyPr/>
        <a:lstStyle/>
        <a:p>
          <a:endParaRPr lang="en-US"/>
        </a:p>
      </dgm:t>
    </dgm:pt>
    <dgm:pt modelId="{EE00CD0D-573F-4926-AF7E-2365CF9071EF}">
      <dgm:prSet/>
      <dgm:spPr/>
      <dgm:t>
        <a:bodyPr/>
        <a:lstStyle/>
        <a:p>
          <a:r>
            <a:rPr lang="bs-Latn-BA" b="0" i="0" baseline="0" dirty="0"/>
            <a:t>Visok kontrast </a:t>
          </a:r>
          <a:r>
            <a:rPr lang="bs-Latn-BA" b="0" i="0" baseline="0" dirty="0" err="1"/>
            <a:t>povećava</a:t>
          </a:r>
          <a:r>
            <a:rPr lang="bs-Latn-BA" b="0" i="0" baseline="0" dirty="0"/>
            <a:t> pristupačnost interfejsa.</a:t>
          </a:r>
          <a:endParaRPr lang="en-US" dirty="0"/>
        </a:p>
      </dgm:t>
    </dgm:pt>
    <dgm:pt modelId="{E25F8DB9-66E1-4E9B-8D87-E38E5D0DCDBE}" type="parTrans" cxnId="{152A7E9B-89DC-4D65-BC0B-61DE0FE9B5D1}">
      <dgm:prSet/>
      <dgm:spPr/>
      <dgm:t>
        <a:bodyPr/>
        <a:lstStyle/>
        <a:p>
          <a:endParaRPr lang="en-US"/>
        </a:p>
      </dgm:t>
    </dgm:pt>
    <dgm:pt modelId="{63C79741-03AD-4D9A-8674-8428DC4FD5E7}" type="sibTrans" cxnId="{152A7E9B-89DC-4D65-BC0B-61DE0FE9B5D1}">
      <dgm:prSet/>
      <dgm:spPr/>
      <dgm:t>
        <a:bodyPr/>
        <a:lstStyle/>
        <a:p>
          <a:endParaRPr lang="en-US"/>
        </a:p>
      </dgm:t>
    </dgm:pt>
    <dgm:pt modelId="{650663EE-8AD4-4E21-BDC0-73961A8616B6}" type="pres">
      <dgm:prSet presAssocID="{98271A59-063A-4426-AE2E-FA8390046C65}" presName="outerComposite" presStyleCnt="0">
        <dgm:presLayoutVars>
          <dgm:chMax val="5"/>
          <dgm:dir/>
          <dgm:resizeHandles val="exact"/>
        </dgm:presLayoutVars>
      </dgm:prSet>
      <dgm:spPr/>
    </dgm:pt>
    <dgm:pt modelId="{247DF5AA-26E5-4FAE-B252-25B1B3F482F2}" type="pres">
      <dgm:prSet presAssocID="{98271A59-063A-4426-AE2E-FA8390046C65}" presName="dummyMaxCanvas" presStyleCnt="0">
        <dgm:presLayoutVars/>
      </dgm:prSet>
      <dgm:spPr/>
    </dgm:pt>
    <dgm:pt modelId="{792F5EC0-5E27-4916-A22D-72B3F237C04C}" type="pres">
      <dgm:prSet presAssocID="{98271A59-063A-4426-AE2E-FA8390046C65}" presName="ThreeNodes_1" presStyleLbl="node1" presStyleIdx="0" presStyleCnt="3">
        <dgm:presLayoutVars>
          <dgm:bulletEnabled val="1"/>
        </dgm:presLayoutVars>
      </dgm:prSet>
      <dgm:spPr/>
    </dgm:pt>
    <dgm:pt modelId="{C453E604-F0D2-4913-AEAA-9340E153E794}" type="pres">
      <dgm:prSet presAssocID="{98271A59-063A-4426-AE2E-FA8390046C65}" presName="ThreeNodes_2" presStyleLbl="node1" presStyleIdx="1" presStyleCnt="3">
        <dgm:presLayoutVars>
          <dgm:bulletEnabled val="1"/>
        </dgm:presLayoutVars>
      </dgm:prSet>
      <dgm:spPr/>
    </dgm:pt>
    <dgm:pt modelId="{DE2C988A-C806-47D3-8C13-F07739486DD9}" type="pres">
      <dgm:prSet presAssocID="{98271A59-063A-4426-AE2E-FA8390046C65}" presName="ThreeNodes_3" presStyleLbl="node1" presStyleIdx="2" presStyleCnt="3">
        <dgm:presLayoutVars>
          <dgm:bulletEnabled val="1"/>
        </dgm:presLayoutVars>
      </dgm:prSet>
      <dgm:spPr/>
    </dgm:pt>
    <dgm:pt modelId="{5D96E048-AE14-4FD0-A65A-C33F3736FA4D}" type="pres">
      <dgm:prSet presAssocID="{98271A59-063A-4426-AE2E-FA8390046C65}" presName="ThreeConn_1-2" presStyleLbl="fgAccFollowNode1" presStyleIdx="0" presStyleCnt="2">
        <dgm:presLayoutVars>
          <dgm:bulletEnabled val="1"/>
        </dgm:presLayoutVars>
      </dgm:prSet>
      <dgm:spPr/>
    </dgm:pt>
    <dgm:pt modelId="{21066FCF-33E9-4E8B-A54B-82D4BC582A30}" type="pres">
      <dgm:prSet presAssocID="{98271A59-063A-4426-AE2E-FA8390046C65}" presName="ThreeConn_2-3" presStyleLbl="fgAccFollowNode1" presStyleIdx="1" presStyleCnt="2">
        <dgm:presLayoutVars>
          <dgm:bulletEnabled val="1"/>
        </dgm:presLayoutVars>
      </dgm:prSet>
      <dgm:spPr/>
    </dgm:pt>
    <dgm:pt modelId="{D795C5EC-FF91-45FF-A5D5-B1D6D8B36571}" type="pres">
      <dgm:prSet presAssocID="{98271A59-063A-4426-AE2E-FA8390046C65}" presName="ThreeNodes_1_text" presStyleLbl="node1" presStyleIdx="2" presStyleCnt="3">
        <dgm:presLayoutVars>
          <dgm:bulletEnabled val="1"/>
        </dgm:presLayoutVars>
      </dgm:prSet>
      <dgm:spPr/>
    </dgm:pt>
    <dgm:pt modelId="{CA2E893C-0BCA-42FC-9622-FBD4615A46C3}" type="pres">
      <dgm:prSet presAssocID="{98271A59-063A-4426-AE2E-FA8390046C65}" presName="ThreeNodes_2_text" presStyleLbl="node1" presStyleIdx="2" presStyleCnt="3">
        <dgm:presLayoutVars>
          <dgm:bulletEnabled val="1"/>
        </dgm:presLayoutVars>
      </dgm:prSet>
      <dgm:spPr/>
    </dgm:pt>
    <dgm:pt modelId="{F6A2F9D2-C4B0-4AEE-9DB3-C1FE9281321A}" type="pres">
      <dgm:prSet presAssocID="{98271A59-063A-4426-AE2E-FA8390046C6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E3E1C2D-6E7C-42E5-9948-96CF3467DB33}" type="presOf" srcId="{A3162A0F-53E5-4935-8B6E-A80F0AC126BB}" destId="{CA2E893C-0BCA-42FC-9622-FBD4615A46C3}" srcOrd="1" destOrd="0" presId="urn:microsoft.com/office/officeart/2005/8/layout/vProcess5"/>
    <dgm:cxn modelId="{E4C1F53C-45FA-49E9-A0BF-009636AC990F}" type="presOf" srcId="{A3162A0F-53E5-4935-8B6E-A80F0AC126BB}" destId="{C453E604-F0D2-4913-AEAA-9340E153E794}" srcOrd="0" destOrd="0" presId="urn:microsoft.com/office/officeart/2005/8/layout/vProcess5"/>
    <dgm:cxn modelId="{A3B46A91-A473-4995-B3DE-C8B24B97C785}" type="presOf" srcId="{EE00CD0D-573F-4926-AF7E-2365CF9071EF}" destId="{F6A2F9D2-C4B0-4AEE-9DB3-C1FE9281321A}" srcOrd="1" destOrd="0" presId="urn:microsoft.com/office/officeart/2005/8/layout/vProcess5"/>
    <dgm:cxn modelId="{152A7E9B-89DC-4D65-BC0B-61DE0FE9B5D1}" srcId="{98271A59-063A-4426-AE2E-FA8390046C65}" destId="{EE00CD0D-573F-4926-AF7E-2365CF9071EF}" srcOrd="2" destOrd="0" parTransId="{E25F8DB9-66E1-4E9B-8D87-E38E5D0DCDBE}" sibTransId="{63C79741-03AD-4D9A-8674-8428DC4FD5E7}"/>
    <dgm:cxn modelId="{35AD50A7-60C5-4865-801D-EF7E296EDD11}" srcId="{98271A59-063A-4426-AE2E-FA8390046C65}" destId="{A3162A0F-53E5-4935-8B6E-A80F0AC126BB}" srcOrd="1" destOrd="0" parTransId="{E0B0D1BB-CBCE-4E1B-BA44-E7CD25D23A3E}" sibTransId="{CC299F36-9E0E-4CAC-A6CF-E9D3C4E2252E}"/>
    <dgm:cxn modelId="{4ED2FBA8-4686-45B1-814F-2221AB4CE601}" type="presOf" srcId="{EE00CD0D-573F-4926-AF7E-2365CF9071EF}" destId="{DE2C988A-C806-47D3-8C13-F07739486DD9}" srcOrd="0" destOrd="0" presId="urn:microsoft.com/office/officeart/2005/8/layout/vProcess5"/>
    <dgm:cxn modelId="{760F68B7-F8B2-46E8-BF5A-AC08B5FA56B8}" type="presOf" srcId="{98271A59-063A-4426-AE2E-FA8390046C65}" destId="{650663EE-8AD4-4E21-BDC0-73961A8616B6}" srcOrd="0" destOrd="0" presId="urn:microsoft.com/office/officeart/2005/8/layout/vProcess5"/>
    <dgm:cxn modelId="{E13DABC0-95D7-4ADF-8672-3BC9526FA248}" type="presOf" srcId="{CC299F36-9E0E-4CAC-A6CF-E9D3C4E2252E}" destId="{21066FCF-33E9-4E8B-A54B-82D4BC582A30}" srcOrd="0" destOrd="0" presId="urn:microsoft.com/office/officeart/2005/8/layout/vProcess5"/>
    <dgm:cxn modelId="{AC400BC3-F16E-4A38-820B-BDA5F7245C3C}" type="presOf" srcId="{67074DA2-5A74-4B7C-9137-3FF5DC816E25}" destId="{792F5EC0-5E27-4916-A22D-72B3F237C04C}" srcOrd="0" destOrd="0" presId="urn:microsoft.com/office/officeart/2005/8/layout/vProcess5"/>
    <dgm:cxn modelId="{9DAD17DF-6BF2-4B0C-812C-EB559DC93A0F}" type="presOf" srcId="{67074DA2-5A74-4B7C-9137-3FF5DC816E25}" destId="{D795C5EC-FF91-45FF-A5D5-B1D6D8B36571}" srcOrd="1" destOrd="0" presId="urn:microsoft.com/office/officeart/2005/8/layout/vProcess5"/>
    <dgm:cxn modelId="{95C522EB-A11A-438F-965B-F9CBF0C08D92}" srcId="{98271A59-063A-4426-AE2E-FA8390046C65}" destId="{67074DA2-5A74-4B7C-9137-3FF5DC816E25}" srcOrd="0" destOrd="0" parTransId="{558567AA-BBB0-40FD-97C0-6469EC7618C2}" sibTransId="{6E704FBA-6E15-4499-AA91-21527EE9BE79}"/>
    <dgm:cxn modelId="{E47E55EF-D5ED-4EA4-ADCE-710BC3C6F7FF}" type="presOf" srcId="{6E704FBA-6E15-4499-AA91-21527EE9BE79}" destId="{5D96E048-AE14-4FD0-A65A-C33F3736FA4D}" srcOrd="0" destOrd="0" presId="urn:microsoft.com/office/officeart/2005/8/layout/vProcess5"/>
    <dgm:cxn modelId="{C2FD0020-BDD4-4860-82C1-4903F98783DA}" type="presParOf" srcId="{650663EE-8AD4-4E21-BDC0-73961A8616B6}" destId="{247DF5AA-26E5-4FAE-B252-25B1B3F482F2}" srcOrd="0" destOrd="0" presId="urn:microsoft.com/office/officeart/2005/8/layout/vProcess5"/>
    <dgm:cxn modelId="{4B6C86F0-C516-4362-B40D-3C529053DAEF}" type="presParOf" srcId="{650663EE-8AD4-4E21-BDC0-73961A8616B6}" destId="{792F5EC0-5E27-4916-A22D-72B3F237C04C}" srcOrd="1" destOrd="0" presId="urn:microsoft.com/office/officeart/2005/8/layout/vProcess5"/>
    <dgm:cxn modelId="{79F64B12-58D4-466F-8129-8914611DB02C}" type="presParOf" srcId="{650663EE-8AD4-4E21-BDC0-73961A8616B6}" destId="{C453E604-F0D2-4913-AEAA-9340E153E794}" srcOrd="2" destOrd="0" presId="urn:microsoft.com/office/officeart/2005/8/layout/vProcess5"/>
    <dgm:cxn modelId="{A509E313-FFB0-4592-BF99-62152E0FFF17}" type="presParOf" srcId="{650663EE-8AD4-4E21-BDC0-73961A8616B6}" destId="{DE2C988A-C806-47D3-8C13-F07739486DD9}" srcOrd="3" destOrd="0" presId="urn:microsoft.com/office/officeart/2005/8/layout/vProcess5"/>
    <dgm:cxn modelId="{11768E5F-A6C7-49B8-A72B-7C47AD476FED}" type="presParOf" srcId="{650663EE-8AD4-4E21-BDC0-73961A8616B6}" destId="{5D96E048-AE14-4FD0-A65A-C33F3736FA4D}" srcOrd="4" destOrd="0" presId="urn:microsoft.com/office/officeart/2005/8/layout/vProcess5"/>
    <dgm:cxn modelId="{76D97EAB-AF73-4E6F-B436-10DC9DCDF5E3}" type="presParOf" srcId="{650663EE-8AD4-4E21-BDC0-73961A8616B6}" destId="{21066FCF-33E9-4E8B-A54B-82D4BC582A30}" srcOrd="5" destOrd="0" presId="urn:microsoft.com/office/officeart/2005/8/layout/vProcess5"/>
    <dgm:cxn modelId="{2C03A874-9A89-4B23-92C5-18B14C83DC14}" type="presParOf" srcId="{650663EE-8AD4-4E21-BDC0-73961A8616B6}" destId="{D795C5EC-FF91-45FF-A5D5-B1D6D8B36571}" srcOrd="6" destOrd="0" presId="urn:microsoft.com/office/officeart/2005/8/layout/vProcess5"/>
    <dgm:cxn modelId="{5F11DC3E-333B-45C7-B7AA-C066722C0547}" type="presParOf" srcId="{650663EE-8AD4-4E21-BDC0-73961A8616B6}" destId="{CA2E893C-0BCA-42FC-9622-FBD4615A46C3}" srcOrd="7" destOrd="0" presId="urn:microsoft.com/office/officeart/2005/8/layout/vProcess5"/>
    <dgm:cxn modelId="{8668E3DA-3113-45EE-B855-B1BE3CA4E00D}" type="presParOf" srcId="{650663EE-8AD4-4E21-BDC0-73961A8616B6}" destId="{F6A2F9D2-C4B0-4AEE-9DB3-C1FE9281321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667E33B-3B9C-4D76-AB40-99C3FA8AE44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FB6F55A-CC84-4550-87CA-E23016A16D6B}">
      <dgm:prSet/>
      <dgm:spPr/>
      <dgm:t>
        <a:bodyPr/>
        <a:lstStyle/>
        <a:p>
          <a:r>
            <a:rPr lang="bs-Latn-BA" dirty="0"/>
            <a:t>kontrast boje prema boji</a:t>
          </a:r>
          <a:endParaRPr lang="en-US" dirty="0"/>
        </a:p>
      </dgm:t>
    </dgm:pt>
    <dgm:pt modelId="{8413DCF4-9FC9-4FCB-9BAF-70BF1A6F0ECE}" type="parTrans" cxnId="{CC1F199C-ADE2-45A3-82BC-1C33E6262E44}">
      <dgm:prSet/>
      <dgm:spPr/>
      <dgm:t>
        <a:bodyPr/>
        <a:lstStyle/>
        <a:p>
          <a:endParaRPr lang="en-US"/>
        </a:p>
      </dgm:t>
    </dgm:pt>
    <dgm:pt modelId="{5C2A774A-3D06-4C3B-8420-513E25466548}" type="sibTrans" cxnId="{CC1F199C-ADE2-45A3-82BC-1C33E6262E44}">
      <dgm:prSet/>
      <dgm:spPr/>
      <dgm:t>
        <a:bodyPr/>
        <a:lstStyle/>
        <a:p>
          <a:endParaRPr lang="en-US"/>
        </a:p>
      </dgm:t>
    </dgm:pt>
    <dgm:pt modelId="{52FDD89B-B0D1-46AC-BE50-C4E085BC98C7}">
      <dgm:prSet/>
      <dgm:spPr/>
      <dgm:t>
        <a:bodyPr/>
        <a:lstStyle/>
        <a:p>
          <a:r>
            <a:rPr lang="bs-Latn-BA" dirty="0"/>
            <a:t>kontrast svijetlo – tamno</a:t>
          </a:r>
          <a:endParaRPr lang="en-US" dirty="0"/>
        </a:p>
      </dgm:t>
    </dgm:pt>
    <dgm:pt modelId="{12D25DEA-0A69-434B-9E69-D23873AFB913}" type="parTrans" cxnId="{33B7B9CD-BA7A-4BF7-8D19-B76AA35A492A}">
      <dgm:prSet/>
      <dgm:spPr/>
      <dgm:t>
        <a:bodyPr/>
        <a:lstStyle/>
        <a:p>
          <a:endParaRPr lang="en-US"/>
        </a:p>
      </dgm:t>
    </dgm:pt>
    <dgm:pt modelId="{9B312D47-6372-4A6A-9AF4-909E30A90BA2}" type="sibTrans" cxnId="{33B7B9CD-BA7A-4BF7-8D19-B76AA35A492A}">
      <dgm:prSet/>
      <dgm:spPr/>
      <dgm:t>
        <a:bodyPr/>
        <a:lstStyle/>
        <a:p>
          <a:endParaRPr lang="en-US"/>
        </a:p>
      </dgm:t>
    </dgm:pt>
    <dgm:pt modelId="{29AC85E7-A71A-4C63-BEF1-99F76F8A07A5}">
      <dgm:prSet/>
      <dgm:spPr/>
      <dgm:t>
        <a:bodyPr/>
        <a:lstStyle/>
        <a:p>
          <a:r>
            <a:rPr lang="bs-Latn-BA" dirty="0"/>
            <a:t>kontrast toplo – hladno</a:t>
          </a:r>
          <a:endParaRPr lang="en-US" dirty="0"/>
        </a:p>
      </dgm:t>
    </dgm:pt>
    <dgm:pt modelId="{58C8FDBF-663E-4406-9DD0-832BD6D83455}" type="parTrans" cxnId="{6DB22B53-6006-41F7-A3C7-06DB0254B36C}">
      <dgm:prSet/>
      <dgm:spPr/>
      <dgm:t>
        <a:bodyPr/>
        <a:lstStyle/>
        <a:p>
          <a:endParaRPr lang="en-US"/>
        </a:p>
      </dgm:t>
    </dgm:pt>
    <dgm:pt modelId="{A5D6D582-EFD5-437E-8165-0A0F7F153780}" type="sibTrans" cxnId="{6DB22B53-6006-41F7-A3C7-06DB0254B36C}">
      <dgm:prSet/>
      <dgm:spPr/>
      <dgm:t>
        <a:bodyPr/>
        <a:lstStyle/>
        <a:p>
          <a:endParaRPr lang="en-US"/>
        </a:p>
      </dgm:t>
    </dgm:pt>
    <dgm:pt modelId="{A1695649-CA39-429C-925D-641AC331F532}">
      <dgm:prSet/>
      <dgm:spPr/>
      <dgm:t>
        <a:bodyPr/>
        <a:lstStyle/>
        <a:p>
          <a:r>
            <a:rPr lang="bs-Latn-BA" dirty="0"/>
            <a:t>komplementarni kontrast</a:t>
          </a:r>
          <a:endParaRPr lang="en-US" dirty="0"/>
        </a:p>
      </dgm:t>
    </dgm:pt>
    <dgm:pt modelId="{5E1CF0A5-21C9-4907-8CE5-CAA05C24EF86}" type="parTrans" cxnId="{B2ACCB46-F8D8-4CE0-AC4F-2FD8E88FBE86}">
      <dgm:prSet/>
      <dgm:spPr/>
      <dgm:t>
        <a:bodyPr/>
        <a:lstStyle/>
        <a:p>
          <a:endParaRPr lang="en-US"/>
        </a:p>
      </dgm:t>
    </dgm:pt>
    <dgm:pt modelId="{7694B842-28D7-4584-9DC8-335B7FBE4842}" type="sibTrans" cxnId="{B2ACCB46-F8D8-4CE0-AC4F-2FD8E88FBE86}">
      <dgm:prSet/>
      <dgm:spPr/>
      <dgm:t>
        <a:bodyPr/>
        <a:lstStyle/>
        <a:p>
          <a:endParaRPr lang="en-US"/>
        </a:p>
      </dgm:t>
    </dgm:pt>
    <dgm:pt modelId="{92EA2B14-799A-4AC7-A315-F54A421146D7}">
      <dgm:prSet/>
      <dgm:spPr/>
      <dgm:t>
        <a:bodyPr/>
        <a:lstStyle/>
        <a:p>
          <a:r>
            <a:rPr lang="bs-Latn-BA" dirty="0"/>
            <a:t>simultani (istodobni) kontrast</a:t>
          </a:r>
          <a:endParaRPr lang="en-US" dirty="0"/>
        </a:p>
      </dgm:t>
    </dgm:pt>
    <dgm:pt modelId="{F0791832-09FD-4116-BCFE-B75114AB6B5C}" type="parTrans" cxnId="{AFC51356-97AA-4663-A16E-FC3C3F6D0AE1}">
      <dgm:prSet/>
      <dgm:spPr/>
      <dgm:t>
        <a:bodyPr/>
        <a:lstStyle/>
        <a:p>
          <a:endParaRPr lang="en-US"/>
        </a:p>
      </dgm:t>
    </dgm:pt>
    <dgm:pt modelId="{581484E8-BB3F-42B2-80FA-73044651D542}" type="sibTrans" cxnId="{AFC51356-97AA-4663-A16E-FC3C3F6D0AE1}">
      <dgm:prSet/>
      <dgm:spPr/>
      <dgm:t>
        <a:bodyPr/>
        <a:lstStyle/>
        <a:p>
          <a:endParaRPr lang="en-US"/>
        </a:p>
      </dgm:t>
    </dgm:pt>
    <dgm:pt modelId="{8FAD9F92-A3A2-49F5-AC9E-EB862F3CD7DD}">
      <dgm:prSet/>
      <dgm:spPr/>
      <dgm:t>
        <a:bodyPr/>
        <a:lstStyle/>
        <a:p>
          <a:r>
            <a:rPr lang="bs-Latn-BA" dirty="0"/>
            <a:t>kontrast kvalitete</a:t>
          </a:r>
          <a:endParaRPr lang="en-US" dirty="0"/>
        </a:p>
      </dgm:t>
    </dgm:pt>
    <dgm:pt modelId="{93B2AE31-F455-4D9D-8232-41954748869C}" type="parTrans" cxnId="{A57687A7-4DF3-4860-939D-4BF1F2D84248}">
      <dgm:prSet/>
      <dgm:spPr/>
      <dgm:t>
        <a:bodyPr/>
        <a:lstStyle/>
        <a:p>
          <a:endParaRPr lang="en-US"/>
        </a:p>
      </dgm:t>
    </dgm:pt>
    <dgm:pt modelId="{1732AC4A-BAB8-4A2F-BEBE-28AE675166B0}" type="sibTrans" cxnId="{A57687A7-4DF3-4860-939D-4BF1F2D84248}">
      <dgm:prSet/>
      <dgm:spPr/>
      <dgm:t>
        <a:bodyPr/>
        <a:lstStyle/>
        <a:p>
          <a:endParaRPr lang="en-US"/>
        </a:p>
      </dgm:t>
    </dgm:pt>
    <dgm:pt modelId="{99D20E8D-0D2F-4ACC-B04A-F68291E30A1F}">
      <dgm:prSet/>
      <dgm:spPr/>
      <dgm:t>
        <a:bodyPr/>
        <a:lstStyle/>
        <a:p>
          <a:r>
            <a:rPr lang="bs-Latn-BA" dirty="0"/>
            <a:t>kontrast kvantitete </a:t>
          </a:r>
          <a:endParaRPr lang="en-US" dirty="0"/>
        </a:p>
      </dgm:t>
    </dgm:pt>
    <dgm:pt modelId="{4D83FCCC-08D1-4317-8B0F-7889E8848212}" type="parTrans" cxnId="{2B531CF8-EE0D-4808-98DA-911AAF6FEF7F}">
      <dgm:prSet/>
      <dgm:spPr/>
      <dgm:t>
        <a:bodyPr/>
        <a:lstStyle/>
        <a:p>
          <a:endParaRPr lang="en-US"/>
        </a:p>
      </dgm:t>
    </dgm:pt>
    <dgm:pt modelId="{47BFDF3F-CDDD-400D-9617-B0D4AEDD5CAE}" type="sibTrans" cxnId="{2B531CF8-EE0D-4808-98DA-911AAF6FEF7F}">
      <dgm:prSet/>
      <dgm:spPr/>
      <dgm:t>
        <a:bodyPr/>
        <a:lstStyle/>
        <a:p>
          <a:endParaRPr lang="en-US"/>
        </a:p>
      </dgm:t>
    </dgm:pt>
    <dgm:pt modelId="{FBAFBA72-2923-4AAF-9207-D4D9ED423716}" type="pres">
      <dgm:prSet presAssocID="{9667E33B-3B9C-4D76-AB40-99C3FA8AE442}" presName="diagram" presStyleCnt="0">
        <dgm:presLayoutVars>
          <dgm:dir/>
          <dgm:resizeHandles val="exact"/>
        </dgm:presLayoutVars>
      </dgm:prSet>
      <dgm:spPr/>
    </dgm:pt>
    <dgm:pt modelId="{5D059637-D5ED-4823-9EC1-8820F3E92C65}" type="pres">
      <dgm:prSet presAssocID="{FFB6F55A-CC84-4550-87CA-E23016A16D6B}" presName="node" presStyleLbl="node1" presStyleIdx="0" presStyleCnt="7">
        <dgm:presLayoutVars>
          <dgm:bulletEnabled val="1"/>
        </dgm:presLayoutVars>
      </dgm:prSet>
      <dgm:spPr/>
    </dgm:pt>
    <dgm:pt modelId="{F468E446-95AA-4770-8A1C-1CBE84AEC889}" type="pres">
      <dgm:prSet presAssocID="{5C2A774A-3D06-4C3B-8420-513E25466548}" presName="sibTrans" presStyleCnt="0"/>
      <dgm:spPr/>
    </dgm:pt>
    <dgm:pt modelId="{B04AFE13-8E0B-462F-AC08-EEB554F515C1}" type="pres">
      <dgm:prSet presAssocID="{52FDD89B-B0D1-46AC-BE50-C4E085BC98C7}" presName="node" presStyleLbl="node1" presStyleIdx="1" presStyleCnt="7">
        <dgm:presLayoutVars>
          <dgm:bulletEnabled val="1"/>
        </dgm:presLayoutVars>
      </dgm:prSet>
      <dgm:spPr/>
    </dgm:pt>
    <dgm:pt modelId="{FC72D514-DD93-4FB4-8489-F5C230532A83}" type="pres">
      <dgm:prSet presAssocID="{9B312D47-6372-4A6A-9AF4-909E30A90BA2}" presName="sibTrans" presStyleCnt="0"/>
      <dgm:spPr/>
    </dgm:pt>
    <dgm:pt modelId="{AE4430AF-3114-4FBD-860D-62E985E12AC6}" type="pres">
      <dgm:prSet presAssocID="{29AC85E7-A71A-4C63-BEF1-99F76F8A07A5}" presName="node" presStyleLbl="node1" presStyleIdx="2" presStyleCnt="7">
        <dgm:presLayoutVars>
          <dgm:bulletEnabled val="1"/>
        </dgm:presLayoutVars>
      </dgm:prSet>
      <dgm:spPr/>
    </dgm:pt>
    <dgm:pt modelId="{4879123D-FE79-4302-AEFE-CDDD2728989C}" type="pres">
      <dgm:prSet presAssocID="{A5D6D582-EFD5-437E-8165-0A0F7F153780}" presName="sibTrans" presStyleCnt="0"/>
      <dgm:spPr/>
    </dgm:pt>
    <dgm:pt modelId="{0B35C708-D105-41AD-8627-A42275E2E2A0}" type="pres">
      <dgm:prSet presAssocID="{A1695649-CA39-429C-925D-641AC331F532}" presName="node" presStyleLbl="node1" presStyleIdx="3" presStyleCnt="7">
        <dgm:presLayoutVars>
          <dgm:bulletEnabled val="1"/>
        </dgm:presLayoutVars>
      </dgm:prSet>
      <dgm:spPr/>
    </dgm:pt>
    <dgm:pt modelId="{93905538-9964-4D18-AB7A-62EC3E93D78F}" type="pres">
      <dgm:prSet presAssocID="{7694B842-28D7-4584-9DC8-335B7FBE4842}" presName="sibTrans" presStyleCnt="0"/>
      <dgm:spPr/>
    </dgm:pt>
    <dgm:pt modelId="{037E6805-C122-4209-921B-13941E6F102E}" type="pres">
      <dgm:prSet presAssocID="{92EA2B14-799A-4AC7-A315-F54A421146D7}" presName="node" presStyleLbl="node1" presStyleIdx="4" presStyleCnt="7">
        <dgm:presLayoutVars>
          <dgm:bulletEnabled val="1"/>
        </dgm:presLayoutVars>
      </dgm:prSet>
      <dgm:spPr/>
    </dgm:pt>
    <dgm:pt modelId="{D67CFC11-261F-45C5-9635-39A327777C64}" type="pres">
      <dgm:prSet presAssocID="{581484E8-BB3F-42B2-80FA-73044651D542}" presName="sibTrans" presStyleCnt="0"/>
      <dgm:spPr/>
    </dgm:pt>
    <dgm:pt modelId="{FD01AD2C-9795-4E75-89D6-C7FDE0A641A4}" type="pres">
      <dgm:prSet presAssocID="{8FAD9F92-A3A2-49F5-AC9E-EB862F3CD7DD}" presName="node" presStyleLbl="node1" presStyleIdx="5" presStyleCnt="7">
        <dgm:presLayoutVars>
          <dgm:bulletEnabled val="1"/>
        </dgm:presLayoutVars>
      </dgm:prSet>
      <dgm:spPr/>
    </dgm:pt>
    <dgm:pt modelId="{D2E3BE8F-234F-4F15-A9F2-E3BF7DA85AFC}" type="pres">
      <dgm:prSet presAssocID="{1732AC4A-BAB8-4A2F-BEBE-28AE675166B0}" presName="sibTrans" presStyleCnt="0"/>
      <dgm:spPr/>
    </dgm:pt>
    <dgm:pt modelId="{69BC19AA-E0B1-4F42-903D-712492FB2A70}" type="pres">
      <dgm:prSet presAssocID="{99D20E8D-0D2F-4ACC-B04A-F68291E30A1F}" presName="node" presStyleLbl="node1" presStyleIdx="6" presStyleCnt="7">
        <dgm:presLayoutVars>
          <dgm:bulletEnabled val="1"/>
        </dgm:presLayoutVars>
      </dgm:prSet>
      <dgm:spPr/>
    </dgm:pt>
  </dgm:ptLst>
  <dgm:cxnLst>
    <dgm:cxn modelId="{D830E31C-6E39-4079-9949-70AED7682747}" type="presOf" srcId="{52FDD89B-B0D1-46AC-BE50-C4E085BC98C7}" destId="{B04AFE13-8E0B-462F-AC08-EEB554F515C1}" srcOrd="0" destOrd="0" presId="urn:microsoft.com/office/officeart/2005/8/layout/default"/>
    <dgm:cxn modelId="{B2ACCB46-F8D8-4CE0-AC4F-2FD8E88FBE86}" srcId="{9667E33B-3B9C-4D76-AB40-99C3FA8AE442}" destId="{A1695649-CA39-429C-925D-641AC331F532}" srcOrd="3" destOrd="0" parTransId="{5E1CF0A5-21C9-4907-8CE5-CAA05C24EF86}" sibTransId="{7694B842-28D7-4584-9DC8-335B7FBE4842}"/>
    <dgm:cxn modelId="{448E1D51-3F57-49DA-AB56-E51D10281932}" type="presOf" srcId="{9667E33B-3B9C-4D76-AB40-99C3FA8AE442}" destId="{FBAFBA72-2923-4AAF-9207-D4D9ED423716}" srcOrd="0" destOrd="0" presId="urn:microsoft.com/office/officeart/2005/8/layout/default"/>
    <dgm:cxn modelId="{6DB22B53-6006-41F7-A3C7-06DB0254B36C}" srcId="{9667E33B-3B9C-4D76-AB40-99C3FA8AE442}" destId="{29AC85E7-A71A-4C63-BEF1-99F76F8A07A5}" srcOrd="2" destOrd="0" parTransId="{58C8FDBF-663E-4406-9DD0-832BD6D83455}" sibTransId="{A5D6D582-EFD5-437E-8165-0A0F7F153780}"/>
    <dgm:cxn modelId="{AFC51356-97AA-4663-A16E-FC3C3F6D0AE1}" srcId="{9667E33B-3B9C-4D76-AB40-99C3FA8AE442}" destId="{92EA2B14-799A-4AC7-A315-F54A421146D7}" srcOrd="4" destOrd="0" parTransId="{F0791832-09FD-4116-BCFE-B75114AB6B5C}" sibTransId="{581484E8-BB3F-42B2-80FA-73044651D542}"/>
    <dgm:cxn modelId="{79282D98-A164-4D26-9678-638878AEC3C1}" type="presOf" srcId="{92EA2B14-799A-4AC7-A315-F54A421146D7}" destId="{037E6805-C122-4209-921B-13941E6F102E}" srcOrd="0" destOrd="0" presId="urn:microsoft.com/office/officeart/2005/8/layout/default"/>
    <dgm:cxn modelId="{CC1F199C-ADE2-45A3-82BC-1C33E6262E44}" srcId="{9667E33B-3B9C-4D76-AB40-99C3FA8AE442}" destId="{FFB6F55A-CC84-4550-87CA-E23016A16D6B}" srcOrd="0" destOrd="0" parTransId="{8413DCF4-9FC9-4FCB-9BAF-70BF1A6F0ECE}" sibTransId="{5C2A774A-3D06-4C3B-8420-513E25466548}"/>
    <dgm:cxn modelId="{A57687A7-4DF3-4860-939D-4BF1F2D84248}" srcId="{9667E33B-3B9C-4D76-AB40-99C3FA8AE442}" destId="{8FAD9F92-A3A2-49F5-AC9E-EB862F3CD7DD}" srcOrd="5" destOrd="0" parTransId="{93B2AE31-F455-4D9D-8232-41954748869C}" sibTransId="{1732AC4A-BAB8-4A2F-BEBE-28AE675166B0}"/>
    <dgm:cxn modelId="{B24A02C4-634D-4AA1-8DEC-03664FDCA530}" type="presOf" srcId="{FFB6F55A-CC84-4550-87CA-E23016A16D6B}" destId="{5D059637-D5ED-4823-9EC1-8820F3E92C65}" srcOrd="0" destOrd="0" presId="urn:microsoft.com/office/officeart/2005/8/layout/default"/>
    <dgm:cxn modelId="{33B7B9CD-BA7A-4BF7-8D19-B76AA35A492A}" srcId="{9667E33B-3B9C-4D76-AB40-99C3FA8AE442}" destId="{52FDD89B-B0D1-46AC-BE50-C4E085BC98C7}" srcOrd="1" destOrd="0" parTransId="{12D25DEA-0A69-434B-9E69-D23873AFB913}" sibTransId="{9B312D47-6372-4A6A-9AF4-909E30A90BA2}"/>
    <dgm:cxn modelId="{24B932D9-92FF-45FD-BEFA-33186575BFB7}" type="presOf" srcId="{29AC85E7-A71A-4C63-BEF1-99F76F8A07A5}" destId="{AE4430AF-3114-4FBD-860D-62E985E12AC6}" srcOrd="0" destOrd="0" presId="urn:microsoft.com/office/officeart/2005/8/layout/default"/>
    <dgm:cxn modelId="{C32AC8DF-213A-4AD7-A9D7-D8F53B908383}" type="presOf" srcId="{A1695649-CA39-429C-925D-641AC331F532}" destId="{0B35C708-D105-41AD-8627-A42275E2E2A0}" srcOrd="0" destOrd="0" presId="urn:microsoft.com/office/officeart/2005/8/layout/default"/>
    <dgm:cxn modelId="{2B531CF8-EE0D-4808-98DA-911AAF6FEF7F}" srcId="{9667E33B-3B9C-4D76-AB40-99C3FA8AE442}" destId="{99D20E8D-0D2F-4ACC-B04A-F68291E30A1F}" srcOrd="6" destOrd="0" parTransId="{4D83FCCC-08D1-4317-8B0F-7889E8848212}" sibTransId="{47BFDF3F-CDDD-400D-9617-B0D4AEDD5CAE}"/>
    <dgm:cxn modelId="{1BBB44FD-E85C-4CC5-8928-8FC6AA4092FC}" type="presOf" srcId="{99D20E8D-0D2F-4ACC-B04A-F68291E30A1F}" destId="{69BC19AA-E0B1-4F42-903D-712492FB2A70}" srcOrd="0" destOrd="0" presId="urn:microsoft.com/office/officeart/2005/8/layout/default"/>
    <dgm:cxn modelId="{3BE676FD-1B1D-46D8-B899-CAD601070927}" type="presOf" srcId="{8FAD9F92-A3A2-49F5-AC9E-EB862F3CD7DD}" destId="{FD01AD2C-9795-4E75-89D6-C7FDE0A641A4}" srcOrd="0" destOrd="0" presId="urn:microsoft.com/office/officeart/2005/8/layout/default"/>
    <dgm:cxn modelId="{3E9CB78E-809B-4AF9-86D3-6F9DFDF4EB39}" type="presParOf" srcId="{FBAFBA72-2923-4AAF-9207-D4D9ED423716}" destId="{5D059637-D5ED-4823-9EC1-8820F3E92C65}" srcOrd="0" destOrd="0" presId="urn:microsoft.com/office/officeart/2005/8/layout/default"/>
    <dgm:cxn modelId="{38A27DCD-00BB-4836-8834-FA2036BE45F9}" type="presParOf" srcId="{FBAFBA72-2923-4AAF-9207-D4D9ED423716}" destId="{F468E446-95AA-4770-8A1C-1CBE84AEC889}" srcOrd="1" destOrd="0" presId="urn:microsoft.com/office/officeart/2005/8/layout/default"/>
    <dgm:cxn modelId="{038CE883-40A3-410C-8965-7AAA388B1B28}" type="presParOf" srcId="{FBAFBA72-2923-4AAF-9207-D4D9ED423716}" destId="{B04AFE13-8E0B-462F-AC08-EEB554F515C1}" srcOrd="2" destOrd="0" presId="urn:microsoft.com/office/officeart/2005/8/layout/default"/>
    <dgm:cxn modelId="{88DEABA1-D37B-49EC-87F8-CC178A2DE3F7}" type="presParOf" srcId="{FBAFBA72-2923-4AAF-9207-D4D9ED423716}" destId="{FC72D514-DD93-4FB4-8489-F5C230532A83}" srcOrd="3" destOrd="0" presId="urn:microsoft.com/office/officeart/2005/8/layout/default"/>
    <dgm:cxn modelId="{FE21DC3B-E802-4D6E-9130-70DEF65235A0}" type="presParOf" srcId="{FBAFBA72-2923-4AAF-9207-D4D9ED423716}" destId="{AE4430AF-3114-4FBD-860D-62E985E12AC6}" srcOrd="4" destOrd="0" presId="urn:microsoft.com/office/officeart/2005/8/layout/default"/>
    <dgm:cxn modelId="{1E0F840B-0FC4-4054-A2D4-0756FF12D475}" type="presParOf" srcId="{FBAFBA72-2923-4AAF-9207-D4D9ED423716}" destId="{4879123D-FE79-4302-AEFE-CDDD2728989C}" srcOrd="5" destOrd="0" presId="urn:microsoft.com/office/officeart/2005/8/layout/default"/>
    <dgm:cxn modelId="{7AA7161C-AFAA-4389-B461-E84D52FC5199}" type="presParOf" srcId="{FBAFBA72-2923-4AAF-9207-D4D9ED423716}" destId="{0B35C708-D105-41AD-8627-A42275E2E2A0}" srcOrd="6" destOrd="0" presId="urn:microsoft.com/office/officeart/2005/8/layout/default"/>
    <dgm:cxn modelId="{0798C22B-5EDC-482A-8158-FD791B1D3A27}" type="presParOf" srcId="{FBAFBA72-2923-4AAF-9207-D4D9ED423716}" destId="{93905538-9964-4D18-AB7A-62EC3E93D78F}" srcOrd="7" destOrd="0" presId="urn:microsoft.com/office/officeart/2005/8/layout/default"/>
    <dgm:cxn modelId="{150F887A-FF66-4E8F-AA2B-D942EA0E23AA}" type="presParOf" srcId="{FBAFBA72-2923-4AAF-9207-D4D9ED423716}" destId="{037E6805-C122-4209-921B-13941E6F102E}" srcOrd="8" destOrd="0" presId="urn:microsoft.com/office/officeart/2005/8/layout/default"/>
    <dgm:cxn modelId="{3546C8EF-3A82-4E6A-AE3F-667DC497F588}" type="presParOf" srcId="{FBAFBA72-2923-4AAF-9207-D4D9ED423716}" destId="{D67CFC11-261F-45C5-9635-39A327777C64}" srcOrd="9" destOrd="0" presId="urn:microsoft.com/office/officeart/2005/8/layout/default"/>
    <dgm:cxn modelId="{E96DF34B-8D81-4430-8BBF-390FB0CA9335}" type="presParOf" srcId="{FBAFBA72-2923-4AAF-9207-D4D9ED423716}" destId="{FD01AD2C-9795-4E75-89D6-C7FDE0A641A4}" srcOrd="10" destOrd="0" presId="urn:microsoft.com/office/officeart/2005/8/layout/default"/>
    <dgm:cxn modelId="{E664D941-30CA-424A-B9B6-076A550941C2}" type="presParOf" srcId="{FBAFBA72-2923-4AAF-9207-D4D9ED423716}" destId="{D2E3BE8F-234F-4F15-A9F2-E3BF7DA85AFC}" srcOrd="11" destOrd="0" presId="urn:microsoft.com/office/officeart/2005/8/layout/default"/>
    <dgm:cxn modelId="{C6D92D2D-F4F9-4666-B363-6284278DEFCE}" type="presParOf" srcId="{FBAFBA72-2923-4AAF-9207-D4D9ED423716}" destId="{69BC19AA-E0B1-4F42-903D-712492FB2A7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16DE040-C793-46E9-8657-3F5D245420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1FB4C2-5F4D-4879-AF4B-FCF69D59AA1B}">
      <dgm:prSet/>
      <dgm:spPr/>
      <dgm:t>
        <a:bodyPr/>
        <a:lstStyle/>
        <a:p>
          <a:r>
            <a:rPr lang="bs-Latn-BA" b="0" i="0" baseline="0" dirty="0"/>
            <a:t>Tipografija prenosi ton komunikacije i jača prepoznatljivost brenda.</a:t>
          </a:r>
          <a:endParaRPr lang="en-US" dirty="0"/>
        </a:p>
      </dgm:t>
    </dgm:pt>
    <dgm:pt modelId="{1565E690-A2F9-4DC9-904A-6BC5CFAAAB70}" type="parTrans" cxnId="{F302F991-CF9B-4D26-B8F9-7956AFC1C454}">
      <dgm:prSet/>
      <dgm:spPr/>
      <dgm:t>
        <a:bodyPr/>
        <a:lstStyle/>
        <a:p>
          <a:endParaRPr lang="en-US"/>
        </a:p>
      </dgm:t>
    </dgm:pt>
    <dgm:pt modelId="{007C37C1-FF2B-402E-AA9B-4E8D2B970321}" type="sibTrans" cxnId="{F302F991-CF9B-4D26-B8F9-7956AFC1C454}">
      <dgm:prSet/>
      <dgm:spPr/>
      <dgm:t>
        <a:bodyPr/>
        <a:lstStyle/>
        <a:p>
          <a:endParaRPr lang="en-US"/>
        </a:p>
      </dgm:t>
    </dgm:pt>
    <dgm:pt modelId="{23B78065-2591-440E-9BB6-18FAC4D41213}">
      <dgm:prSet/>
      <dgm:spPr/>
      <dgm:t>
        <a:bodyPr/>
        <a:lstStyle/>
        <a:p>
          <a:r>
            <a:rPr lang="bs-Latn-BA" b="0" i="0" baseline="0" dirty="0"/>
            <a:t>Dobar font </a:t>
          </a:r>
          <a:r>
            <a:rPr lang="bs-Latn-BA" b="0" i="0" baseline="0" dirty="0" err="1"/>
            <a:t>povećava</a:t>
          </a:r>
          <a:r>
            <a:rPr lang="bs-Latn-BA" b="0" i="0" baseline="0" dirty="0"/>
            <a:t> čitljivost i vizuelnu hijerarhiju.</a:t>
          </a:r>
          <a:endParaRPr lang="en-US" dirty="0"/>
        </a:p>
      </dgm:t>
    </dgm:pt>
    <dgm:pt modelId="{8C0A7FF0-CD78-4965-9644-E31D524BAB0F}" type="parTrans" cxnId="{4C8BF572-3C2D-4045-A6C7-EC910EC58B89}">
      <dgm:prSet/>
      <dgm:spPr/>
      <dgm:t>
        <a:bodyPr/>
        <a:lstStyle/>
        <a:p>
          <a:endParaRPr lang="en-US"/>
        </a:p>
      </dgm:t>
    </dgm:pt>
    <dgm:pt modelId="{9EDC5606-6205-4F1F-8AA4-14258A92548B}" type="sibTrans" cxnId="{4C8BF572-3C2D-4045-A6C7-EC910EC58B89}">
      <dgm:prSet/>
      <dgm:spPr/>
      <dgm:t>
        <a:bodyPr/>
        <a:lstStyle/>
        <a:p>
          <a:endParaRPr lang="en-US"/>
        </a:p>
      </dgm:t>
    </dgm:pt>
    <dgm:pt modelId="{D4BA3E84-7B79-4F3A-8481-BF576D57F669}">
      <dgm:prSet/>
      <dgm:spPr/>
      <dgm:t>
        <a:bodyPr/>
        <a:lstStyle/>
        <a:p>
          <a:r>
            <a:rPr lang="bs-Latn-BA" b="0" i="0" baseline="0" dirty="0"/>
            <a:t>Vrste fontova: </a:t>
          </a:r>
          <a:r>
            <a:rPr lang="bs-Latn-BA" b="0" i="0" baseline="0" dirty="0" err="1"/>
            <a:t>serif</a:t>
          </a:r>
          <a:r>
            <a:rPr lang="bs-Latn-BA" dirty="0"/>
            <a:t>, </a:t>
          </a:r>
          <a:r>
            <a:rPr lang="bs-Latn-BA" dirty="0" err="1"/>
            <a:t>sans-serif</a:t>
          </a:r>
          <a:r>
            <a:rPr lang="bs-Latn-BA" dirty="0"/>
            <a:t>, </a:t>
          </a:r>
          <a:r>
            <a:rPr lang="bs-Latn-BA" dirty="0" err="1"/>
            <a:t>monospace</a:t>
          </a:r>
          <a:r>
            <a:rPr lang="bs-Latn-BA" dirty="0"/>
            <a:t> fontovi i dekorativni fontovi.</a:t>
          </a:r>
          <a:endParaRPr lang="en-US" dirty="0"/>
        </a:p>
      </dgm:t>
    </dgm:pt>
    <dgm:pt modelId="{09D39B88-DE68-4C14-A576-FBE5E4B7786F}" type="parTrans" cxnId="{08519AFB-94D3-46BB-9FBC-FDB909F3ADCF}">
      <dgm:prSet/>
      <dgm:spPr/>
      <dgm:t>
        <a:bodyPr/>
        <a:lstStyle/>
        <a:p>
          <a:endParaRPr lang="en-US"/>
        </a:p>
      </dgm:t>
    </dgm:pt>
    <dgm:pt modelId="{F98C6235-66C8-4C50-9712-28B3ACB955BF}" type="sibTrans" cxnId="{08519AFB-94D3-46BB-9FBC-FDB909F3ADCF}">
      <dgm:prSet/>
      <dgm:spPr/>
      <dgm:t>
        <a:bodyPr/>
        <a:lstStyle/>
        <a:p>
          <a:endParaRPr lang="en-US"/>
        </a:p>
      </dgm:t>
    </dgm:pt>
    <dgm:pt modelId="{B12C7F41-9D56-479E-84FA-DD792D8D6E3B}">
      <dgm:prSet/>
      <dgm:spPr/>
      <dgm:t>
        <a:bodyPr/>
        <a:lstStyle/>
        <a:p>
          <a:r>
            <a:rPr lang="bs-Latn-BA" b="0" i="0" baseline="0" dirty="0" err="1"/>
            <a:t>Sans-serif</a:t>
          </a:r>
          <a:r>
            <a:rPr lang="bs-Latn-BA" b="0" i="0" baseline="0" dirty="0"/>
            <a:t> fontovi su najčešći u modernom UI dizajnu (npr. </a:t>
          </a:r>
          <a:r>
            <a:rPr lang="bs-Latn-BA" b="0" i="0" baseline="0" dirty="0" err="1"/>
            <a:t>Roboto</a:t>
          </a:r>
          <a:r>
            <a:rPr lang="bs-Latn-BA" b="0" i="0" baseline="0" dirty="0"/>
            <a:t>, </a:t>
          </a:r>
          <a:r>
            <a:rPr lang="bs-Latn-BA" b="0" i="0" baseline="0" dirty="0" err="1"/>
            <a:t>Open</a:t>
          </a:r>
          <a:r>
            <a:rPr lang="bs-Latn-BA" b="0" i="0" baseline="0" dirty="0"/>
            <a:t> </a:t>
          </a:r>
          <a:r>
            <a:rPr lang="bs-Latn-BA" b="0" i="0" baseline="0" dirty="0" err="1"/>
            <a:t>Sans</a:t>
          </a:r>
          <a:r>
            <a:rPr lang="bs-Latn-BA" b="0" i="0" baseline="0" dirty="0"/>
            <a:t>).</a:t>
          </a:r>
          <a:endParaRPr lang="en-US" dirty="0"/>
        </a:p>
      </dgm:t>
    </dgm:pt>
    <dgm:pt modelId="{6CE4AE08-DF99-46A2-9AE7-9FFCCB40D363}" type="parTrans" cxnId="{2207D474-303F-463B-B946-A0D2C9CA8E0F}">
      <dgm:prSet/>
      <dgm:spPr/>
      <dgm:t>
        <a:bodyPr/>
        <a:lstStyle/>
        <a:p>
          <a:endParaRPr lang="en-US"/>
        </a:p>
      </dgm:t>
    </dgm:pt>
    <dgm:pt modelId="{3B7A5467-33A8-4FFF-AC47-21A11E32C6DD}" type="sibTrans" cxnId="{2207D474-303F-463B-B946-A0D2C9CA8E0F}">
      <dgm:prSet/>
      <dgm:spPr/>
      <dgm:t>
        <a:bodyPr/>
        <a:lstStyle/>
        <a:p>
          <a:endParaRPr lang="en-US"/>
        </a:p>
      </dgm:t>
    </dgm:pt>
    <dgm:pt modelId="{B7C814C2-CFCD-41A5-9307-6E90403B81C2}" type="pres">
      <dgm:prSet presAssocID="{C16DE040-C793-46E9-8657-3F5D24542076}" presName="linear" presStyleCnt="0">
        <dgm:presLayoutVars>
          <dgm:animLvl val="lvl"/>
          <dgm:resizeHandles val="exact"/>
        </dgm:presLayoutVars>
      </dgm:prSet>
      <dgm:spPr/>
    </dgm:pt>
    <dgm:pt modelId="{4F8C3E31-EB76-4CDE-850B-789BF4A94ED2}" type="pres">
      <dgm:prSet presAssocID="{4D1FB4C2-5F4D-4879-AF4B-FCF69D59AA1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E58C12F-04D5-4D45-8FD2-6F90676D459C}" type="pres">
      <dgm:prSet presAssocID="{007C37C1-FF2B-402E-AA9B-4E8D2B970321}" presName="spacer" presStyleCnt="0"/>
      <dgm:spPr/>
    </dgm:pt>
    <dgm:pt modelId="{02589858-0D45-46CA-9633-A5AD84129984}" type="pres">
      <dgm:prSet presAssocID="{23B78065-2591-440E-9BB6-18FAC4D412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C850814-1D96-4771-A6AD-70D29938B97D}" type="pres">
      <dgm:prSet presAssocID="{9EDC5606-6205-4F1F-8AA4-14258A92548B}" presName="spacer" presStyleCnt="0"/>
      <dgm:spPr/>
    </dgm:pt>
    <dgm:pt modelId="{38EFF9DA-1D14-499C-ADD5-B424E6CAD24D}" type="pres">
      <dgm:prSet presAssocID="{D4BA3E84-7B79-4F3A-8481-BF576D57F66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03EC4B-59C8-4DB5-AF41-22C81E14D251}" type="pres">
      <dgm:prSet presAssocID="{F98C6235-66C8-4C50-9712-28B3ACB955BF}" presName="spacer" presStyleCnt="0"/>
      <dgm:spPr/>
    </dgm:pt>
    <dgm:pt modelId="{5E3ADA53-35E0-49BE-B486-9BC6DE5DD421}" type="pres">
      <dgm:prSet presAssocID="{B12C7F41-9D56-479E-84FA-DD792D8D6E3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1EECD0A-55E2-468C-9B23-ABAC9C1C7BED}" type="presOf" srcId="{23B78065-2591-440E-9BB6-18FAC4D41213}" destId="{02589858-0D45-46CA-9633-A5AD84129984}" srcOrd="0" destOrd="0" presId="urn:microsoft.com/office/officeart/2005/8/layout/vList2"/>
    <dgm:cxn modelId="{00FCF516-5AEB-45B6-BFEB-2B6E86D4FAD1}" type="presOf" srcId="{C16DE040-C793-46E9-8657-3F5D24542076}" destId="{B7C814C2-CFCD-41A5-9307-6E90403B81C2}" srcOrd="0" destOrd="0" presId="urn:microsoft.com/office/officeart/2005/8/layout/vList2"/>
    <dgm:cxn modelId="{C083383C-759B-4519-98BB-46B0F24ECBD6}" type="presOf" srcId="{D4BA3E84-7B79-4F3A-8481-BF576D57F669}" destId="{38EFF9DA-1D14-499C-ADD5-B424E6CAD24D}" srcOrd="0" destOrd="0" presId="urn:microsoft.com/office/officeart/2005/8/layout/vList2"/>
    <dgm:cxn modelId="{4C8BF572-3C2D-4045-A6C7-EC910EC58B89}" srcId="{C16DE040-C793-46E9-8657-3F5D24542076}" destId="{23B78065-2591-440E-9BB6-18FAC4D41213}" srcOrd="1" destOrd="0" parTransId="{8C0A7FF0-CD78-4965-9644-E31D524BAB0F}" sibTransId="{9EDC5606-6205-4F1F-8AA4-14258A92548B}"/>
    <dgm:cxn modelId="{2207D474-303F-463B-B946-A0D2C9CA8E0F}" srcId="{C16DE040-C793-46E9-8657-3F5D24542076}" destId="{B12C7F41-9D56-479E-84FA-DD792D8D6E3B}" srcOrd="3" destOrd="0" parTransId="{6CE4AE08-DF99-46A2-9AE7-9FFCCB40D363}" sibTransId="{3B7A5467-33A8-4FFF-AC47-21A11E32C6DD}"/>
    <dgm:cxn modelId="{F302F991-CF9B-4D26-B8F9-7956AFC1C454}" srcId="{C16DE040-C793-46E9-8657-3F5D24542076}" destId="{4D1FB4C2-5F4D-4879-AF4B-FCF69D59AA1B}" srcOrd="0" destOrd="0" parTransId="{1565E690-A2F9-4DC9-904A-6BC5CFAAAB70}" sibTransId="{007C37C1-FF2B-402E-AA9B-4E8D2B970321}"/>
    <dgm:cxn modelId="{7CDADEA1-296F-408D-B9A9-218DD5AE4EC9}" type="presOf" srcId="{4D1FB4C2-5F4D-4879-AF4B-FCF69D59AA1B}" destId="{4F8C3E31-EB76-4CDE-850B-789BF4A94ED2}" srcOrd="0" destOrd="0" presId="urn:microsoft.com/office/officeart/2005/8/layout/vList2"/>
    <dgm:cxn modelId="{EB217AE7-369B-470C-B740-DDE9E555CAAF}" type="presOf" srcId="{B12C7F41-9D56-479E-84FA-DD792D8D6E3B}" destId="{5E3ADA53-35E0-49BE-B486-9BC6DE5DD421}" srcOrd="0" destOrd="0" presId="urn:microsoft.com/office/officeart/2005/8/layout/vList2"/>
    <dgm:cxn modelId="{08519AFB-94D3-46BB-9FBC-FDB909F3ADCF}" srcId="{C16DE040-C793-46E9-8657-3F5D24542076}" destId="{D4BA3E84-7B79-4F3A-8481-BF576D57F669}" srcOrd="2" destOrd="0" parTransId="{09D39B88-DE68-4C14-A576-FBE5E4B7786F}" sibTransId="{F98C6235-66C8-4C50-9712-28B3ACB955BF}"/>
    <dgm:cxn modelId="{B71255BD-F7A9-488F-9B3B-0F1528F4D2DF}" type="presParOf" srcId="{B7C814C2-CFCD-41A5-9307-6E90403B81C2}" destId="{4F8C3E31-EB76-4CDE-850B-789BF4A94ED2}" srcOrd="0" destOrd="0" presId="urn:microsoft.com/office/officeart/2005/8/layout/vList2"/>
    <dgm:cxn modelId="{659A23D4-9C97-4EE9-A0A3-B61AB50D42D1}" type="presParOf" srcId="{B7C814C2-CFCD-41A5-9307-6E90403B81C2}" destId="{2E58C12F-04D5-4D45-8FD2-6F90676D459C}" srcOrd="1" destOrd="0" presId="urn:microsoft.com/office/officeart/2005/8/layout/vList2"/>
    <dgm:cxn modelId="{DA27D2ED-9D2F-443A-BB05-98719C74BF0E}" type="presParOf" srcId="{B7C814C2-CFCD-41A5-9307-6E90403B81C2}" destId="{02589858-0D45-46CA-9633-A5AD84129984}" srcOrd="2" destOrd="0" presId="urn:microsoft.com/office/officeart/2005/8/layout/vList2"/>
    <dgm:cxn modelId="{C18D08D9-1818-4D56-93BC-01BD94ACD43B}" type="presParOf" srcId="{B7C814C2-CFCD-41A5-9307-6E90403B81C2}" destId="{DC850814-1D96-4771-A6AD-70D29938B97D}" srcOrd="3" destOrd="0" presId="urn:microsoft.com/office/officeart/2005/8/layout/vList2"/>
    <dgm:cxn modelId="{11DD8DE2-5B56-4E36-97D5-8CED2EEE5908}" type="presParOf" srcId="{B7C814C2-CFCD-41A5-9307-6E90403B81C2}" destId="{38EFF9DA-1D14-499C-ADD5-B424E6CAD24D}" srcOrd="4" destOrd="0" presId="urn:microsoft.com/office/officeart/2005/8/layout/vList2"/>
    <dgm:cxn modelId="{512E8EC6-D510-464E-BC66-8DB4BB843C48}" type="presParOf" srcId="{B7C814C2-CFCD-41A5-9307-6E90403B81C2}" destId="{2203EC4B-59C8-4DB5-AF41-22C81E14D251}" srcOrd="5" destOrd="0" presId="urn:microsoft.com/office/officeart/2005/8/layout/vList2"/>
    <dgm:cxn modelId="{E466FB7E-6D63-49F0-ACDA-9EA8BDE10EFB}" type="presParOf" srcId="{B7C814C2-CFCD-41A5-9307-6E90403B81C2}" destId="{5E3ADA53-35E0-49BE-B486-9BC6DE5DD42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194F556-18DA-4241-978C-198CC1920028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CFA2355-0656-4449-9B69-ED47584F9809}">
      <dgm:prSet/>
      <dgm:spPr/>
      <dgm:t>
        <a:bodyPr/>
        <a:lstStyle/>
        <a:p>
          <a:r>
            <a:rPr lang="bs-Latn-BA" dirty="0"/>
            <a:t>Korištenje previše različitih fontova </a:t>
          </a:r>
          <a:endParaRPr lang="en-US" dirty="0"/>
        </a:p>
      </dgm:t>
    </dgm:pt>
    <dgm:pt modelId="{6AB91230-AED0-41EE-B4BA-8E6637CFAB39}" type="parTrans" cxnId="{C756C96B-5421-4F7E-9ABF-8B332DEF1E4D}">
      <dgm:prSet/>
      <dgm:spPr/>
      <dgm:t>
        <a:bodyPr/>
        <a:lstStyle/>
        <a:p>
          <a:endParaRPr lang="en-US"/>
        </a:p>
      </dgm:t>
    </dgm:pt>
    <dgm:pt modelId="{81A06555-7E45-42A5-991F-38CF14515572}" type="sibTrans" cxnId="{C756C96B-5421-4F7E-9ABF-8B332DEF1E4D}">
      <dgm:prSet/>
      <dgm:spPr/>
      <dgm:t>
        <a:bodyPr/>
        <a:lstStyle/>
        <a:p>
          <a:endParaRPr lang="en-US"/>
        </a:p>
      </dgm:t>
    </dgm:pt>
    <dgm:pt modelId="{B88F7A93-A0C2-4B60-AC1D-4ED8D7B12939}">
      <dgm:prSet/>
      <dgm:spPr/>
      <dgm:t>
        <a:bodyPr/>
        <a:lstStyle/>
        <a:p>
          <a:r>
            <a:rPr lang="bs-Latn-BA" dirty="0"/>
            <a:t>Premala veličina teksta </a:t>
          </a:r>
          <a:endParaRPr lang="en-US" dirty="0"/>
        </a:p>
      </dgm:t>
    </dgm:pt>
    <dgm:pt modelId="{45AF903D-FBCE-4E5A-916A-0B20239E3318}" type="parTrans" cxnId="{DE9D2EB0-C79F-48BE-8487-A4BC14B34469}">
      <dgm:prSet/>
      <dgm:spPr/>
      <dgm:t>
        <a:bodyPr/>
        <a:lstStyle/>
        <a:p>
          <a:endParaRPr lang="en-US"/>
        </a:p>
      </dgm:t>
    </dgm:pt>
    <dgm:pt modelId="{DAED6115-EE99-43A9-BF27-596656E0A9B5}" type="sibTrans" cxnId="{DE9D2EB0-C79F-48BE-8487-A4BC14B34469}">
      <dgm:prSet/>
      <dgm:spPr/>
      <dgm:t>
        <a:bodyPr/>
        <a:lstStyle/>
        <a:p>
          <a:endParaRPr lang="en-US"/>
        </a:p>
      </dgm:t>
    </dgm:pt>
    <dgm:pt modelId="{9031C339-D98C-4EF8-B6DC-F83B4AEB53DA}">
      <dgm:prSet/>
      <dgm:spPr/>
      <dgm:t>
        <a:bodyPr/>
        <a:lstStyle/>
        <a:p>
          <a:r>
            <a:rPr lang="bs-Latn-BA" dirty="0"/>
            <a:t>Nedovoljan kontrast između teksta i pozadine </a:t>
          </a:r>
          <a:endParaRPr lang="en-US" dirty="0"/>
        </a:p>
      </dgm:t>
    </dgm:pt>
    <dgm:pt modelId="{49511033-1BB5-4800-9A20-5F155642BF62}" type="parTrans" cxnId="{9A566561-5519-4A6C-919D-9DD209C9EE4A}">
      <dgm:prSet/>
      <dgm:spPr/>
      <dgm:t>
        <a:bodyPr/>
        <a:lstStyle/>
        <a:p>
          <a:endParaRPr lang="en-US"/>
        </a:p>
      </dgm:t>
    </dgm:pt>
    <dgm:pt modelId="{E21D2858-21C4-4B47-A654-A62537E3E636}" type="sibTrans" cxnId="{9A566561-5519-4A6C-919D-9DD209C9EE4A}">
      <dgm:prSet/>
      <dgm:spPr/>
      <dgm:t>
        <a:bodyPr/>
        <a:lstStyle/>
        <a:p>
          <a:endParaRPr lang="en-US"/>
        </a:p>
      </dgm:t>
    </dgm:pt>
    <dgm:pt modelId="{860E10D2-C00F-40E3-8507-0A7CA102A505}">
      <dgm:prSet/>
      <dgm:spPr/>
      <dgm:t>
        <a:bodyPr/>
        <a:lstStyle/>
        <a:p>
          <a:r>
            <a:rPr lang="bs-Latn-BA" dirty="0"/>
            <a:t>Neujednačen razmak i poravnanje </a:t>
          </a:r>
          <a:endParaRPr lang="en-US" dirty="0"/>
        </a:p>
      </dgm:t>
    </dgm:pt>
    <dgm:pt modelId="{4229208F-663B-4272-9633-365C3ABBE277}" type="parTrans" cxnId="{1243002D-D7C1-4F49-839D-7C359192E2CD}">
      <dgm:prSet/>
      <dgm:spPr/>
      <dgm:t>
        <a:bodyPr/>
        <a:lstStyle/>
        <a:p>
          <a:endParaRPr lang="en-US"/>
        </a:p>
      </dgm:t>
    </dgm:pt>
    <dgm:pt modelId="{D388184B-3D51-443E-84D3-666847868C85}" type="sibTrans" cxnId="{1243002D-D7C1-4F49-839D-7C359192E2CD}">
      <dgm:prSet/>
      <dgm:spPr/>
      <dgm:t>
        <a:bodyPr/>
        <a:lstStyle/>
        <a:p>
          <a:endParaRPr lang="en-US"/>
        </a:p>
      </dgm:t>
    </dgm:pt>
    <dgm:pt modelId="{61FDC580-4476-4F22-B1FC-99942D62E817}">
      <dgm:prSet/>
      <dgm:spPr/>
      <dgm:t>
        <a:bodyPr/>
        <a:lstStyle/>
        <a:p>
          <a:r>
            <a:rPr lang="bs-Latn-BA" dirty="0"/>
            <a:t>Previše dekorativni fontovi </a:t>
          </a:r>
          <a:endParaRPr lang="en-US" dirty="0"/>
        </a:p>
      </dgm:t>
    </dgm:pt>
    <dgm:pt modelId="{CACF5077-6372-4C43-AFB8-FD148AEF0DCE}" type="parTrans" cxnId="{9192A331-545C-4C6F-B734-41C9E94EDB9F}">
      <dgm:prSet/>
      <dgm:spPr/>
      <dgm:t>
        <a:bodyPr/>
        <a:lstStyle/>
        <a:p>
          <a:endParaRPr lang="en-US"/>
        </a:p>
      </dgm:t>
    </dgm:pt>
    <dgm:pt modelId="{0EA0D009-DE82-45DB-B6AB-43732E232CB8}" type="sibTrans" cxnId="{9192A331-545C-4C6F-B734-41C9E94EDB9F}">
      <dgm:prSet/>
      <dgm:spPr/>
      <dgm:t>
        <a:bodyPr/>
        <a:lstStyle/>
        <a:p>
          <a:endParaRPr lang="en-US"/>
        </a:p>
      </dgm:t>
    </dgm:pt>
    <dgm:pt modelId="{CFD8ABE5-8741-4F21-AF1A-FA293273D420}" type="pres">
      <dgm:prSet presAssocID="{D194F556-18DA-4241-978C-198CC1920028}" presName="vert0" presStyleCnt="0">
        <dgm:presLayoutVars>
          <dgm:dir/>
          <dgm:animOne val="branch"/>
          <dgm:animLvl val="lvl"/>
        </dgm:presLayoutVars>
      </dgm:prSet>
      <dgm:spPr/>
    </dgm:pt>
    <dgm:pt modelId="{583E8BA5-C5E6-4DDD-AF3E-ECCB3294E409}" type="pres">
      <dgm:prSet presAssocID="{7CFA2355-0656-4449-9B69-ED47584F9809}" presName="thickLine" presStyleLbl="alignNode1" presStyleIdx="0" presStyleCnt="5"/>
      <dgm:spPr/>
    </dgm:pt>
    <dgm:pt modelId="{E8005A85-F0EB-43C1-8E23-B24EA1F2E311}" type="pres">
      <dgm:prSet presAssocID="{7CFA2355-0656-4449-9B69-ED47584F9809}" presName="horz1" presStyleCnt="0"/>
      <dgm:spPr/>
    </dgm:pt>
    <dgm:pt modelId="{8F254038-1011-4C73-844D-F9CB3B5F1135}" type="pres">
      <dgm:prSet presAssocID="{7CFA2355-0656-4449-9B69-ED47584F9809}" presName="tx1" presStyleLbl="revTx" presStyleIdx="0" presStyleCnt="5"/>
      <dgm:spPr/>
    </dgm:pt>
    <dgm:pt modelId="{B31DDC44-E7E9-4879-BADB-989FCA548842}" type="pres">
      <dgm:prSet presAssocID="{7CFA2355-0656-4449-9B69-ED47584F9809}" presName="vert1" presStyleCnt="0"/>
      <dgm:spPr/>
    </dgm:pt>
    <dgm:pt modelId="{E1015717-3DFC-4BBF-89D0-ABA672BABB2D}" type="pres">
      <dgm:prSet presAssocID="{B88F7A93-A0C2-4B60-AC1D-4ED8D7B12939}" presName="thickLine" presStyleLbl="alignNode1" presStyleIdx="1" presStyleCnt="5"/>
      <dgm:spPr/>
    </dgm:pt>
    <dgm:pt modelId="{437F96F9-B3C1-43B3-AA5C-A06B825F3D43}" type="pres">
      <dgm:prSet presAssocID="{B88F7A93-A0C2-4B60-AC1D-4ED8D7B12939}" presName="horz1" presStyleCnt="0"/>
      <dgm:spPr/>
    </dgm:pt>
    <dgm:pt modelId="{E53109D6-6261-4D6B-943D-445EDAA46790}" type="pres">
      <dgm:prSet presAssocID="{B88F7A93-A0C2-4B60-AC1D-4ED8D7B12939}" presName="tx1" presStyleLbl="revTx" presStyleIdx="1" presStyleCnt="5"/>
      <dgm:spPr/>
    </dgm:pt>
    <dgm:pt modelId="{915A2F2D-68A6-4206-B5B6-DBD70D72B141}" type="pres">
      <dgm:prSet presAssocID="{B88F7A93-A0C2-4B60-AC1D-4ED8D7B12939}" presName="vert1" presStyleCnt="0"/>
      <dgm:spPr/>
    </dgm:pt>
    <dgm:pt modelId="{BAD3611C-115D-406F-9B25-C5962C4EF04B}" type="pres">
      <dgm:prSet presAssocID="{9031C339-D98C-4EF8-B6DC-F83B4AEB53DA}" presName="thickLine" presStyleLbl="alignNode1" presStyleIdx="2" presStyleCnt="5"/>
      <dgm:spPr/>
    </dgm:pt>
    <dgm:pt modelId="{13E76763-E856-4F8B-99F7-02193ED88E30}" type="pres">
      <dgm:prSet presAssocID="{9031C339-D98C-4EF8-B6DC-F83B4AEB53DA}" presName="horz1" presStyleCnt="0"/>
      <dgm:spPr/>
    </dgm:pt>
    <dgm:pt modelId="{49D09383-A0FB-479C-9994-D7F34EB4C17D}" type="pres">
      <dgm:prSet presAssocID="{9031C339-D98C-4EF8-B6DC-F83B4AEB53DA}" presName="tx1" presStyleLbl="revTx" presStyleIdx="2" presStyleCnt="5"/>
      <dgm:spPr/>
    </dgm:pt>
    <dgm:pt modelId="{2DD65ECD-2C7D-4937-83E7-585C0FBF9F48}" type="pres">
      <dgm:prSet presAssocID="{9031C339-D98C-4EF8-B6DC-F83B4AEB53DA}" presName="vert1" presStyleCnt="0"/>
      <dgm:spPr/>
    </dgm:pt>
    <dgm:pt modelId="{D3FCF32E-3EC1-42F6-8C42-9723215DB490}" type="pres">
      <dgm:prSet presAssocID="{860E10D2-C00F-40E3-8507-0A7CA102A505}" presName="thickLine" presStyleLbl="alignNode1" presStyleIdx="3" presStyleCnt="5"/>
      <dgm:spPr/>
    </dgm:pt>
    <dgm:pt modelId="{5564164F-3053-41DB-BBDF-5C5A70ADF019}" type="pres">
      <dgm:prSet presAssocID="{860E10D2-C00F-40E3-8507-0A7CA102A505}" presName="horz1" presStyleCnt="0"/>
      <dgm:spPr/>
    </dgm:pt>
    <dgm:pt modelId="{52864DE2-D96F-42A9-9E23-C46E7461803F}" type="pres">
      <dgm:prSet presAssocID="{860E10D2-C00F-40E3-8507-0A7CA102A505}" presName="tx1" presStyleLbl="revTx" presStyleIdx="3" presStyleCnt="5"/>
      <dgm:spPr/>
    </dgm:pt>
    <dgm:pt modelId="{4861F96C-4256-4C04-90F3-B506582BAC56}" type="pres">
      <dgm:prSet presAssocID="{860E10D2-C00F-40E3-8507-0A7CA102A505}" presName="vert1" presStyleCnt="0"/>
      <dgm:spPr/>
    </dgm:pt>
    <dgm:pt modelId="{9233E858-04A0-4B34-ABCD-4F2B834DCDD1}" type="pres">
      <dgm:prSet presAssocID="{61FDC580-4476-4F22-B1FC-99942D62E817}" presName="thickLine" presStyleLbl="alignNode1" presStyleIdx="4" presStyleCnt="5"/>
      <dgm:spPr/>
    </dgm:pt>
    <dgm:pt modelId="{5622BFB2-D05A-45EA-B0DA-6E8C348C8EA6}" type="pres">
      <dgm:prSet presAssocID="{61FDC580-4476-4F22-B1FC-99942D62E817}" presName="horz1" presStyleCnt="0"/>
      <dgm:spPr/>
    </dgm:pt>
    <dgm:pt modelId="{8CE3DECE-06DC-43F5-A57F-398FCA76F7C2}" type="pres">
      <dgm:prSet presAssocID="{61FDC580-4476-4F22-B1FC-99942D62E817}" presName="tx1" presStyleLbl="revTx" presStyleIdx="4" presStyleCnt="5"/>
      <dgm:spPr/>
    </dgm:pt>
    <dgm:pt modelId="{CA0178B4-C966-448F-A717-B9D5F621F78F}" type="pres">
      <dgm:prSet presAssocID="{61FDC580-4476-4F22-B1FC-99942D62E817}" presName="vert1" presStyleCnt="0"/>
      <dgm:spPr/>
    </dgm:pt>
  </dgm:ptLst>
  <dgm:cxnLst>
    <dgm:cxn modelId="{2FC8AC10-1A53-4745-A839-DB9C4084D7A5}" type="presOf" srcId="{D194F556-18DA-4241-978C-198CC1920028}" destId="{CFD8ABE5-8741-4F21-AF1A-FA293273D420}" srcOrd="0" destOrd="0" presId="urn:microsoft.com/office/officeart/2008/layout/LinedList"/>
    <dgm:cxn modelId="{1243002D-D7C1-4F49-839D-7C359192E2CD}" srcId="{D194F556-18DA-4241-978C-198CC1920028}" destId="{860E10D2-C00F-40E3-8507-0A7CA102A505}" srcOrd="3" destOrd="0" parTransId="{4229208F-663B-4272-9633-365C3ABBE277}" sibTransId="{D388184B-3D51-443E-84D3-666847868C85}"/>
    <dgm:cxn modelId="{9192A331-545C-4C6F-B734-41C9E94EDB9F}" srcId="{D194F556-18DA-4241-978C-198CC1920028}" destId="{61FDC580-4476-4F22-B1FC-99942D62E817}" srcOrd="4" destOrd="0" parTransId="{CACF5077-6372-4C43-AFB8-FD148AEF0DCE}" sibTransId="{0EA0D009-DE82-45DB-B6AB-43732E232CB8}"/>
    <dgm:cxn modelId="{6F0E6134-5BD9-457B-B030-2B1A7479E107}" type="presOf" srcId="{B88F7A93-A0C2-4B60-AC1D-4ED8D7B12939}" destId="{E53109D6-6261-4D6B-943D-445EDAA46790}" srcOrd="0" destOrd="0" presId="urn:microsoft.com/office/officeart/2008/layout/LinedList"/>
    <dgm:cxn modelId="{9A566561-5519-4A6C-919D-9DD209C9EE4A}" srcId="{D194F556-18DA-4241-978C-198CC1920028}" destId="{9031C339-D98C-4EF8-B6DC-F83B4AEB53DA}" srcOrd="2" destOrd="0" parTransId="{49511033-1BB5-4800-9A20-5F155642BF62}" sibTransId="{E21D2858-21C4-4B47-A654-A62537E3E636}"/>
    <dgm:cxn modelId="{B3CF2365-0426-4B50-BD9F-1BFF7EC1EB56}" type="presOf" srcId="{860E10D2-C00F-40E3-8507-0A7CA102A505}" destId="{52864DE2-D96F-42A9-9E23-C46E7461803F}" srcOrd="0" destOrd="0" presId="urn:microsoft.com/office/officeart/2008/layout/LinedList"/>
    <dgm:cxn modelId="{C756C96B-5421-4F7E-9ABF-8B332DEF1E4D}" srcId="{D194F556-18DA-4241-978C-198CC1920028}" destId="{7CFA2355-0656-4449-9B69-ED47584F9809}" srcOrd="0" destOrd="0" parTransId="{6AB91230-AED0-41EE-B4BA-8E6637CFAB39}" sibTransId="{81A06555-7E45-42A5-991F-38CF14515572}"/>
    <dgm:cxn modelId="{1B7A814E-3B53-40E8-9BFF-ED2C54C26892}" type="presOf" srcId="{9031C339-D98C-4EF8-B6DC-F83B4AEB53DA}" destId="{49D09383-A0FB-479C-9994-D7F34EB4C17D}" srcOrd="0" destOrd="0" presId="urn:microsoft.com/office/officeart/2008/layout/LinedList"/>
    <dgm:cxn modelId="{DE9D2EB0-C79F-48BE-8487-A4BC14B34469}" srcId="{D194F556-18DA-4241-978C-198CC1920028}" destId="{B88F7A93-A0C2-4B60-AC1D-4ED8D7B12939}" srcOrd="1" destOrd="0" parTransId="{45AF903D-FBCE-4E5A-916A-0B20239E3318}" sibTransId="{DAED6115-EE99-43A9-BF27-596656E0A9B5}"/>
    <dgm:cxn modelId="{9B01A0B1-14A1-4AAE-AC00-4B24574A6530}" type="presOf" srcId="{61FDC580-4476-4F22-B1FC-99942D62E817}" destId="{8CE3DECE-06DC-43F5-A57F-398FCA76F7C2}" srcOrd="0" destOrd="0" presId="urn:microsoft.com/office/officeart/2008/layout/LinedList"/>
    <dgm:cxn modelId="{8D58B4C9-0FDA-44BF-9AFF-1D5E1160B82B}" type="presOf" srcId="{7CFA2355-0656-4449-9B69-ED47584F9809}" destId="{8F254038-1011-4C73-844D-F9CB3B5F1135}" srcOrd="0" destOrd="0" presId="urn:microsoft.com/office/officeart/2008/layout/LinedList"/>
    <dgm:cxn modelId="{87C9FCDE-F9A1-4BC1-A7DF-A410DF7F6406}" type="presParOf" srcId="{CFD8ABE5-8741-4F21-AF1A-FA293273D420}" destId="{583E8BA5-C5E6-4DDD-AF3E-ECCB3294E409}" srcOrd="0" destOrd="0" presId="urn:microsoft.com/office/officeart/2008/layout/LinedList"/>
    <dgm:cxn modelId="{6AA2ADB3-CF6C-48AF-9B15-402A8C7BB198}" type="presParOf" srcId="{CFD8ABE5-8741-4F21-AF1A-FA293273D420}" destId="{E8005A85-F0EB-43C1-8E23-B24EA1F2E311}" srcOrd="1" destOrd="0" presId="urn:microsoft.com/office/officeart/2008/layout/LinedList"/>
    <dgm:cxn modelId="{02FE806D-3857-4540-BFEF-8678FDC6F2A9}" type="presParOf" srcId="{E8005A85-F0EB-43C1-8E23-B24EA1F2E311}" destId="{8F254038-1011-4C73-844D-F9CB3B5F1135}" srcOrd="0" destOrd="0" presId="urn:microsoft.com/office/officeart/2008/layout/LinedList"/>
    <dgm:cxn modelId="{1D328EB6-660A-4C41-886C-4740D189E7B3}" type="presParOf" srcId="{E8005A85-F0EB-43C1-8E23-B24EA1F2E311}" destId="{B31DDC44-E7E9-4879-BADB-989FCA548842}" srcOrd="1" destOrd="0" presId="urn:microsoft.com/office/officeart/2008/layout/LinedList"/>
    <dgm:cxn modelId="{237FCE4F-FD03-4CE8-B1B1-B04B50853787}" type="presParOf" srcId="{CFD8ABE5-8741-4F21-AF1A-FA293273D420}" destId="{E1015717-3DFC-4BBF-89D0-ABA672BABB2D}" srcOrd="2" destOrd="0" presId="urn:microsoft.com/office/officeart/2008/layout/LinedList"/>
    <dgm:cxn modelId="{67F8DC12-71E7-4884-96FB-5DC757FF5107}" type="presParOf" srcId="{CFD8ABE5-8741-4F21-AF1A-FA293273D420}" destId="{437F96F9-B3C1-43B3-AA5C-A06B825F3D43}" srcOrd="3" destOrd="0" presId="urn:microsoft.com/office/officeart/2008/layout/LinedList"/>
    <dgm:cxn modelId="{C1AAD24F-D622-43D2-B195-CB0CDDE0A002}" type="presParOf" srcId="{437F96F9-B3C1-43B3-AA5C-A06B825F3D43}" destId="{E53109D6-6261-4D6B-943D-445EDAA46790}" srcOrd="0" destOrd="0" presId="urn:microsoft.com/office/officeart/2008/layout/LinedList"/>
    <dgm:cxn modelId="{783EC0C3-04B3-4BAE-8B11-09C8D1E114C4}" type="presParOf" srcId="{437F96F9-B3C1-43B3-AA5C-A06B825F3D43}" destId="{915A2F2D-68A6-4206-B5B6-DBD70D72B141}" srcOrd="1" destOrd="0" presId="urn:microsoft.com/office/officeart/2008/layout/LinedList"/>
    <dgm:cxn modelId="{725C2F35-14A5-46F7-96C1-9D3FAAD090DB}" type="presParOf" srcId="{CFD8ABE5-8741-4F21-AF1A-FA293273D420}" destId="{BAD3611C-115D-406F-9B25-C5962C4EF04B}" srcOrd="4" destOrd="0" presId="urn:microsoft.com/office/officeart/2008/layout/LinedList"/>
    <dgm:cxn modelId="{DF8BE6BB-7EF9-4982-AB35-EF2BC15F1C83}" type="presParOf" srcId="{CFD8ABE5-8741-4F21-AF1A-FA293273D420}" destId="{13E76763-E856-4F8B-99F7-02193ED88E30}" srcOrd="5" destOrd="0" presId="urn:microsoft.com/office/officeart/2008/layout/LinedList"/>
    <dgm:cxn modelId="{0B4C2FFC-84BF-49FE-AE68-8BECBB534A13}" type="presParOf" srcId="{13E76763-E856-4F8B-99F7-02193ED88E30}" destId="{49D09383-A0FB-479C-9994-D7F34EB4C17D}" srcOrd="0" destOrd="0" presId="urn:microsoft.com/office/officeart/2008/layout/LinedList"/>
    <dgm:cxn modelId="{17044092-B2AE-4760-9943-15C4D8479CC3}" type="presParOf" srcId="{13E76763-E856-4F8B-99F7-02193ED88E30}" destId="{2DD65ECD-2C7D-4937-83E7-585C0FBF9F48}" srcOrd="1" destOrd="0" presId="urn:microsoft.com/office/officeart/2008/layout/LinedList"/>
    <dgm:cxn modelId="{183001A6-7949-4FD3-9269-D66358A5DA46}" type="presParOf" srcId="{CFD8ABE5-8741-4F21-AF1A-FA293273D420}" destId="{D3FCF32E-3EC1-42F6-8C42-9723215DB490}" srcOrd="6" destOrd="0" presId="urn:microsoft.com/office/officeart/2008/layout/LinedList"/>
    <dgm:cxn modelId="{EC3CBCD0-069D-49B8-886F-BD1E87044090}" type="presParOf" srcId="{CFD8ABE5-8741-4F21-AF1A-FA293273D420}" destId="{5564164F-3053-41DB-BBDF-5C5A70ADF019}" srcOrd="7" destOrd="0" presId="urn:microsoft.com/office/officeart/2008/layout/LinedList"/>
    <dgm:cxn modelId="{783F81C9-FD4D-4FF5-BD38-545C088B1615}" type="presParOf" srcId="{5564164F-3053-41DB-BBDF-5C5A70ADF019}" destId="{52864DE2-D96F-42A9-9E23-C46E7461803F}" srcOrd="0" destOrd="0" presId="urn:microsoft.com/office/officeart/2008/layout/LinedList"/>
    <dgm:cxn modelId="{B9542CE5-97FC-40A4-A21C-6FCD657084B6}" type="presParOf" srcId="{5564164F-3053-41DB-BBDF-5C5A70ADF019}" destId="{4861F96C-4256-4C04-90F3-B506582BAC56}" srcOrd="1" destOrd="0" presId="urn:microsoft.com/office/officeart/2008/layout/LinedList"/>
    <dgm:cxn modelId="{799383A1-905E-45CD-9748-142F98057C8D}" type="presParOf" srcId="{CFD8ABE5-8741-4F21-AF1A-FA293273D420}" destId="{9233E858-04A0-4B34-ABCD-4F2B834DCDD1}" srcOrd="8" destOrd="0" presId="urn:microsoft.com/office/officeart/2008/layout/LinedList"/>
    <dgm:cxn modelId="{4D644A06-1BD5-4F79-B7BE-E7B676B05B8F}" type="presParOf" srcId="{CFD8ABE5-8741-4F21-AF1A-FA293273D420}" destId="{5622BFB2-D05A-45EA-B0DA-6E8C348C8EA6}" srcOrd="9" destOrd="0" presId="urn:microsoft.com/office/officeart/2008/layout/LinedList"/>
    <dgm:cxn modelId="{014437EB-4341-48AA-9EDA-AEAB6C21F299}" type="presParOf" srcId="{5622BFB2-D05A-45EA-B0DA-6E8C348C8EA6}" destId="{8CE3DECE-06DC-43F5-A57F-398FCA76F7C2}" srcOrd="0" destOrd="0" presId="urn:microsoft.com/office/officeart/2008/layout/LinedList"/>
    <dgm:cxn modelId="{5706570A-305E-46CA-B714-B8FA8FF983BB}" type="presParOf" srcId="{5622BFB2-D05A-45EA-B0DA-6E8C348C8EA6}" destId="{CA0178B4-C966-448F-A717-B9D5F621F78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F06F3E1-D83F-4AFB-AE23-63DEA3899B1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CDDF95-2299-4343-AA5E-58F0AC2C78E9}">
      <dgm:prSet/>
      <dgm:spPr/>
      <dgm:t>
        <a:bodyPr/>
        <a:lstStyle/>
        <a:p>
          <a:r>
            <a:rPr lang="bs-Latn-BA" b="0" i="0" baseline="0" dirty="0"/>
            <a:t>Boje, kontrast i tipografija čine osnovu uspješnog UI dizajna.</a:t>
          </a:r>
          <a:endParaRPr lang="en-US" dirty="0"/>
        </a:p>
      </dgm:t>
    </dgm:pt>
    <dgm:pt modelId="{CA5B5C27-A3A5-44FD-9B01-B12A6BDEF2A5}" type="parTrans" cxnId="{22BA5D92-89D6-4BAA-AEA5-2605E70239F5}">
      <dgm:prSet/>
      <dgm:spPr/>
      <dgm:t>
        <a:bodyPr/>
        <a:lstStyle/>
        <a:p>
          <a:endParaRPr lang="en-US"/>
        </a:p>
      </dgm:t>
    </dgm:pt>
    <dgm:pt modelId="{D73FBD9B-ADFA-4F72-AF96-24BA3288EA93}" type="sibTrans" cxnId="{22BA5D92-89D6-4BAA-AEA5-2605E70239F5}">
      <dgm:prSet/>
      <dgm:spPr/>
      <dgm:t>
        <a:bodyPr/>
        <a:lstStyle/>
        <a:p>
          <a:endParaRPr lang="en-US"/>
        </a:p>
      </dgm:t>
    </dgm:pt>
    <dgm:pt modelId="{980D145C-54E5-492E-85F3-755C20683E48}">
      <dgm:prSet/>
      <dgm:spPr/>
      <dgm:t>
        <a:bodyPr/>
        <a:lstStyle/>
        <a:p>
          <a:r>
            <a:rPr lang="bs-Latn-BA" b="0" i="0" baseline="0" dirty="0"/>
            <a:t>Njihova kombinacija utiče na percepciju, razumijevanje i emocionalni doživljaj korisnika.</a:t>
          </a:r>
          <a:endParaRPr lang="en-US" dirty="0"/>
        </a:p>
      </dgm:t>
    </dgm:pt>
    <dgm:pt modelId="{C73FA664-F93F-4DAB-96CC-6B2A7634CF13}" type="parTrans" cxnId="{572F3820-BA71-4AF8-B989-AA1F16F48CF5}">
      <dgm:prSet/>
      <dgm:spPr/>
      <dgm:t>
        <a:bodyPr/>
        <a:lstStyle/>
        <a:p>
          <a:endParaRPr lang="en-US"/>
        </a:p>
      </dgm:t>
    </dgm:pt>
    <dgm:pt modelId="{E330F780-1638-44AB-B931-C3051161B51C}" type="sibTrans" cxnId="{572F3820-BA71-4AF8-B989-AA1F16F48CF5}">
      <dgm:prSet/>
      <dgm:spPr/>
      <dgm:t>
        <a:bodyPr/>
        <a:lstStyle/>
        <a:p>
          <a:endParaRPr lang="en-US"/>
        </a:p>
      </dgm:t>
    </dgm:pt>
    <dgm:pt modelId="{1827226B-EDBA-48D7-BE52-07CB2EFB936D}">
      <dgm:prSet/>
      <dgm:spPr/>
      <dgm:t>
        <a:bodyPr/>
        <a:lstStyle/>
        <a:p>
          <a:r>
            <a:rPr lang="bs-Latn-BA" b="0" i="0" baseline="0" dirty="0"/>
            <a:t>U radu je potvrđeno da pravilna primjena ovih elemenata </a:t>
          </a:r>
          <a:r>
            <a:rPr lang="bs-Latn-BA" b="0" i="0" baseline="0" dirty="0" err="1"/>
            <a:t>poboljšava</a:t>
          </a:r>
          <a:r>
            <a:rPr lang="bs-Latn-BA" b="0" i="0" baseline="0" dirty="0"/>
            <a:t> </a:t>
          </a:r>
          <a:r>
            <a:rPr lang="bs-Latn-BA" b="0" i="0" baseline="0" dirty="0" err="1"/>
            <a:t>kvalitet</a:t>
          </a:r>
          <a:r>
            <a:rPr lang="bs-Latn-BA" b="0" i="0" baseline="0" dirty="0"/>
            <a:t> interfejsa.</a:t>
          </a:r>
          <a:endParaRPr lang="en-US" dirty="0"/>
        </a:p>
      </dgm:t>
    </dgm:pt>
    <dgm:pt modelId="{9D480E72-1D54-4685-BD9E-5F4186D3E432}" type="parTrans" cxnId="{487B7723-C301-4F21-8B98-A16D91038587}">
      <dgm:prSet/>
      <dgm:spPr/>
      <dgm:t>
        <a:bodyPr/>
        <a:lstStyle/>
        <a:p>
          <a:endParaRPr lang="en-US"/>
        </a:p>
      </dgm:t>
    </dgm:pt>
    <dgm:pt modelId="{5B296D8B-BB33-404A-9A17-A162A647A108}" type="sibTrans" cxnId="{487B7723-C301-4F21-8B98-A16D91038587}">
      <dgm:prSet/>
      <dgm:spPr/>
      <dgm:t>
        <a:bodyPr/>
        <a:lstStyle/>
        <a:p>
          <a:endParaRPr lang="en-US"/>
        </a:p>
      </dgm:t>
    </dgm:pt>
    <dgm:pt modelId="{D8A819C3-CD5A-4EC1-AE6F-EAB3E3174108}">
      <dgm:prSet/>
      <dgm:spPr/>
      <dgm:t>
        <a:bodyPr/>
        <a:lstStyle/>
        <a:p>
          <a:r>
            <a:rPr lang="bs-Latn-BA" b="0" i="0" baseline="0" dirty="0"/>
            <a:t>Hipoteza i pomoćne hipoteze su dokazane kroz analizu i primjere iz prakse.</a:t>
          </a:r>
          <a:endParaRPr lang="en-US" dirty="0"/>
        </a:p>
      </dgm:t>
    </dgm:pt>
    <dgm:pt modelId="{08C69372-1E5D-4EBD-819C-3C8342BBEF65}" type="parTrans" cxnId="{2D12AB89-FEE9-4CC0-AB2B-5261AA60BEC1}">
      <dgm:prSet/>
      <dgm:spPr/>
      <dgm:t>
        <a:bodyPr/>
        <a:lstStyle/>
        <a:p>
          <a:endParaRPr lang="en-US"/>
        </a:p>
      </dgm:t>
    </dgm:pt>
    <dgm:pt modelId="{358B6C27-5FC1-4E72-A5D4-2DC7DE6A9A82}" type="sibTrans" cxnId="{2D12AB89-FEE9-4CC0-AB2B-5261AA60BEC1}">
      <dgm:prSet/>
      <dgm:spPr/>
      <dgm:t>
        <a:bodyPr/>
        <a:lstStyle/>
        <a:p>
          <a:endParaRPr lang="en-US"/>
        </a:p>
      </dgm:t>
    </dgm:pt>
    <dgm:pt modelId="{B35F3057-12BA-4283-8501-A88A91D62ECD}" type="pres">
      <dgm:prSet presAssocID="{DF06F3E1-D83F-4AFB-AE23-63DEA3899B1A}" presName="vert0" presStyleCnt="0">
        <dgm:presLayoutVars>
          <dgm:dir/>
          <dgm:animOne val="branch"/>
          <dgm:animLvl val="lvl"/>
        </dgm:presLayoutVars>
      </dgm:prSet>
      <dgm:spPr/>
    </dgm:pt>
    <dgm:pt modelId="{87C13636-11BB-46DE-ACF7-02F873D979A8}" type="pres">
      <dgm:prSet presAssocID="{7CCDDF95-2299-4343-AA5E-58F0AC2C78E9}" presName="thickLine" presStyleLbl="alignNode1" presStyleIdx="0" presStyleCnt="4"/>
      <dgm:spPr/>
    </dgm:pt>
    <dgm:pt modelId="{0DA8D97B-D967-45B1-B088-013DADA0D0AD}" type="pres">
      <dgm:prSet presAssocID="{7CCDDF95-2299-4343-AA5E-58F0AC2C78E9}" presName="horz1" presStyleCnt="0"/>
      <dgm:spPr/>
    </dgm:pt>
    <dgm:pt modelId="{065E16AD-7C67-45BB-BC4D-813F13D883C6}" type="pres">
      <dgm:prSet presAssocID="{7CCDDF95-2299-4343-AA5E-58F0AC2C78E9}" presName="tx1" presStyleLbl="revTx" presStyleIdx="0" presStyleCnt="4"/>
      <dgm:spPr/>
    </dgm:pt>
    <dgm:pt modelId="{7F45D900-EDF0-4934-96BA-EE361DF0A77C}" type="pres">
      <dgm:prSet presAssocID="{7CCDDF95-2299-4343-AA5E-58F0AC2C78E9}" presName="vert1" presStyleCnt="0"/>
      <dgm:spPr/>
    </dgm:pt>
    <dgm:pt modelId="{700A20ED-E2B1-4283-93B6-7165BCA25FBC}" type="pres">
      <dgm:prSet presAssocID="{980D145C-54E5-492E-85F3-755C20683E48}" presName="thickLine" presStyleLbl="alignNode1" presStyleIdx="1" presStyleCnt="4"/>
      <dgm:spPr/>
    </dgm:pt>
    <dgm:pt modelId="{2265F482-E71F-42E5-8563-50448DAD027B}" type="pres">
      <dgm:prSet presAssocID="{980D145C-54E5-492E-85F3-755C20683E48}" presName="horz1" presStyleCnt="0"/>
      <dgm:spPr/>
    </dgm:pt>
    <dgm:pt modelId="{B649F979-4C63-41CA-B405-16A7114AA7AD}" type="pres">
      <dgm:prSet presAssocID="{980D145C-54E5-492E-85F3-755C20683E48}" presName="tx1" presStyleLbl="revTx" presStyleIdx="1" presStyleCnt="4"/>
      <dgm:spPr/>
    </dgm:pt>
    <dgm:pt modelId="{376396ED-7406-4B4F-8320-4B0706C2BD52}" type="pres">
      <dgm:prSet presAssocID="{980D145C-54E5-492E-85F3-755C20683E48}" presName="vert1" presStyleCnt="0"/>
      <dgm:spPr/>
    </dgm:pt>
    <dgm:pt modelId="{7869F048-580C-41E9-B252-83A192C5A294}" type="pres">
      <dgm:prSet presAssocID="{1827226B-EDBA-48D7-BE52-07CB2EFB936D}" presName="thickLine" presStyleLbl="alignNode1" presStyleIdx="2" presStyleCnt="4"/>
      <dgm:spPr/>
    </dgm:pt>
    <dgm:pt modelId="{B17B2DCE-2E64-442E-B0DA-FFDECDCEFE3A}" type="pres">
      <dgm:prSet presAssocID="{1827226B-EDBA-48D7-BE52-07CB2EFB936D}" presName="horz1" presStyleCnt="0"/>
      <dgm:spPr/>
    </dgm:pt>
    <dgm:pt modelId="{2123CD6E-B797-4B28-8A8F-3301F6F08D46}" type="pres">
      <dgm:prSet presAssocID="{1827226B-EDBA-48D7-BE52-07CB2EFB936D}" presName="tx1" presStyleLbl="revTx" presStyleIdx="2" presStyleCnt="4"/>
      <dgm:spPr/>
    </dgm:pt>
    <dgm:pt modelId="{A0FE9B1E-6BBF-41E8-984A-33B8D899464A}" type="pres">
      <dgm:prSet presAssocID="{1827226B-EDBA-48D7-BE52-07CB2EFB936D}" presName="vert1" presStyleCnt="0"/>
      <dgm:spPr/>
    </dgm:pt>
    <dgm:pt modelId="{52DA1808-AFE6-419F-8105-21BFFC13586D}" type="pres">
      <dgm:prSet presAssocID="{D8A819C3-CD5A-4EC1-AE6F-EAB3E3174108}" presName="thickLine" presStyleLbl="alignNode1" presStyleIdx="3" presStyleCnt="4"/>
      <dgm:spPr/>
    </dgm:pt>
    <dgm:pt modelId="{A16E8F60-AD86-43C4-B7BE-3031B0B769F6}" type="pres">
      <dgm:prSet presAssocID="{D8A819C3-CD5A-4EC1-AE6F-EAB3E3174108}" presName="horz1" presStyleCnt="0"/>
      <dgm:spPr/>
    </dgm:pt>
    <dgm:pt modelId="{8FFE2718-9C07-444D-B217-2D3284BEBF7B}" type="pres">
      <dgm:prSet presAssocID="{D8A819C3-CD5A-4EC1-AE6F-EAB3E3174108}" presName="tx1" presStyleLbl="revTx" presStyleIdx="3" presStyleCnt="4"/>
      <dgm:spPr/>
    </dgm:pt>
    <dgm:pt modelId="{D9616E23-57CF-4802-AA0B-CC96E3765D61}" type="pres">
      <dgm:prSet presAssocID="{D8A819C3-CD5A-4EC1-AE6F-EAB3E3174108}" presName="vert1" presStyleCnt="0"/>
      <dgm:spPr/>
    </dgm:pt>
  </dgm:ptLst>
  <dgm:cxnLst>
    <dgm:cxn modelId="{29C8FD10-2B06-4A89-A36F-8ABF24CDA598}" type="presOf" srcId="{DF06F3E1-D83F-4AFB-AE23-63DEA3899B1A}" destId="{B35F3057-12BA-4283-8501-A88A91D62ECD}" srcOrd="0" destOrd="0" presId="urn:microsoft.com/office/officeart/2008/layout/LinedList"/>
    <dgm:cxn modelId="{572F3820-BA71-4AF8-B989-AA1F16F48CF5}" srcId="{DF06F3E1-D83F-4AFB-AE23-63DEA3899B1A}" destId="{980D145C-54E5-492E-85F3-755C20683E48}" srcOrd="1" destOrd="0" parTransId="{C73FA664-F93F-4DAB-96CC-6B2A7634CF13}" sibTransId="{E330F780-1638-44AB-B931-C3051161B51C}"/>
    <dgm:cxn modelId="{487B7723-C301-4F21-8B98-A16D91038587}" srcId="{DF06F3E1-D83F-4AFB-AE23-63DEA3899B1A}" destId="{1827226B-EDBA-48D7-BE52-07CB2EFB936D}" srcOrd="2" destOrd="0" parTransId="{9D480E72-1D54-4685-BD9E-5F4186D3E432}" sibTransId="{5B296D8B-BB33-404A-9A17-A162A647A108}"/>
    <dgm:cxn modelId="{F780883B-842D-4DE5-8D84-0C29E55FD764}" type="presOf" srcId="{1827226B-EDBA-48D7-BE52-07CB2EFB936D}" destId="{2123CD6E-B797-4B28-8A8F-3301F6F08D46}" srcOrd="0" destOrd="0" presId="urn:microsoft.com/office/officeart/2008/layout/LinedList"/>
    <dgm:cxn modelId="{F7E1D86B-28BD-4F35-964C-1A40A4E508D7}" type="presOf" srcId="{980D145C-54E5-492E-85F3-755C20683E48}" destId="{B649F979-4C63-41CA-B405-16A7114AA7AD}" srcOrd="0" destOrd="0" presId="urn:microsoft.com/office/officeart/2008/layout/LinedList"/>
    <dgm:cxn modelId="{2D12AB89-FEE9-4CC0-AB2B-5261AA60BEC1}" srcId="{DF06F3E1-D83F-4AFB-AE23-63DEA3899B1A}" destId="{D8A819C3-CD5A-4EC1-AE6F-EAB3E3174108}" srcOrd="3" destOrd="0" parTransId="{08C69372-1E5D-4EBD-819C-3C8342BBEF65}" sibTransId="{358B6C27-5FC1-4E72-A5D4-2DC7DE6A9A82}"/>
    <dgm:cxn modelId="{22BA5D92-89D6-4BAA-AEA5-2605E70239F5}" srcId="{DF06F3E1-D83F-4AFB-AE23-63DEA3899B1A}" destId="{7CCDDF95-2299-4343-AA5E-58F0AC2C78E9}" srcOrd="0" destOrd="0" parTransId="{CA5B5C27-A3A5-44FD-9B01-B12A6BDEF2A5}" sibTransId="{D73FBD9B-ADFA-4F72-AF96-24BA3288EA93}"/>
    <dgm:cxn modelId="{F08AF5A7-95E4-4868-BC81-E70F622D2670}" type="presOf" srcId="{7CCDDF95-2299-4343-AA5E-58F0AC2C78E9}" destId="{065E16AD-7C67-45BB-BC4D-813F13D883C6}" srcOrd="0" destOrd="0" presId="urn:microsoft.com/office/officeart/2008/layout/LinedList"/>
    <dgm:cxn modelId="{46A393AA-F7EE-4B97-91D5-2F546898A3DC}" type="presOf" srcId="{D8A819C3-CD5A-4EC1-AE6F-EAB3E3174108}" destId="{8FFE2718-9C07-444D-B217-2D3284BEBF7B}" srcOrd="0" destOrd="0" presId="urn:microsoft.com/office/officeart/2008/layout/LinedList"/>
    <dgm:cxn modelId="{DBFC7382-3524-4291-BB44-F5686B537F53}" type="presParOf" srcId="{B35F3057-12BA-4283-8501-A88A91D62ECD}" destId="{87C13636-11BB-46DE-ACF7-02F873D979A8}" srcOrd="0" destOrd="0" presId="urn:microsoft.com/office/officeart/2008/layout/LinedList"/>
    <dgm:cxn modelId="{472BA5AA-D569-49B5-8B5D-7D04881111A9}" type="presParOf" srcId="{B35F3057-12BA-4283-8501-A88A91D62ECD}" destId="{0DA8D97B-D967-45B1-B088-013DADA0D0AD}" srcOrd="1" destOrd="0" presId="urn:microsoft.com/office/officeart/2008/layout/LinedList"/>
    <dgm:cxn modelId="{5C19CB32-92CD-4D45-BEC3-E1E7C547FE3D}" type="presParOf" srcId="{0DA8D97B-D967-45B1-B088-013DADA0D0AD}" destId="{065E16AD-7C67-45BB-BC4D-813F13D883C6}" srcOrd="0" destOrd="0" presId="urn:microsoft.com/office/officeart/2008/layout/LinedList"/>
    <dgm:cxn modelId="{1ACA0590-1A58-4A33-9A74-A3D4A924F24D}" type="presParOf" srcId="{0DA8D97B-D967-45B1-B088-013DADA0D0AD}" destId="{7F45D900-EDF0-4934-96BA-EE361DF0A77C}" srcOrd="1" destOrd="0" presId="urn:microsoft.com/office/officeart/2008/layout/LinedList"/>
    <dgm:cxn modelId="{6D04D2C8-9446-4328-A2A0-6380D2FAE434}" type="presParOf" srcId="{B35F3057-12BA-4283-8501-A88A91D62ECD}" destId="{700A20ED-E2B1-4283-93B6-7165BCA25FBC}" srcOrd="2" destOrd="0" presId="urn:microsoft.com/office/officeart/2008/layout/LinedList"/>
    <dgm:cxn modelId="{0A8F71AA-43B0-4C57-ABE1-990AD8623518}" type="presParOf" srcId="{B35F3057-12BA-4283-8501-A88A91D62ECD}" destId="{2265F482-E71F-42E5-8563-50448DAD027B}" srcOrd="3" destOrd="0" presId="urn:microsoft.com/office/officeart/2008/layout/LinedList"/>
    <dgm:cxn modelId="{F994850B-DF50-42E9-858A-79A5F1219AD2}" type="presParOf" srcId="{2265F482-E71F-42E5-8563-50448DAD027B}" destId="{B649F979-4C63-41CA-B405-16A7114AA7AD}" srcOrd="0" destOrd="0" presId="urn:microsoft.com/office/officeart/2008/layout/LinedList"/>
    <dgm:cxn modelId="{0ABF4EB4-022D-49E7-B206-6993FCD38E8E}" type="presParOf" srcId="{2265F482-E71F-42E5-8563-50448DAD027B}" destId="{376396ED-7406-4B4F-8320-4B0706C2BD52}" srcOrd="1" destOrd="0" presId="urn:microsoft.com/office/officeart/2008/layout/LinedList"/>
    <dgm:cxn modelId="{D81C71B3-938B-413E-9BA7-23DB71BA2D2F}" type="presParOf" srcId="{B35F3057-12BA-4283-8501-A88A91D62ECD}" destId="{7869F048-580C-41E9-B252-83A192C5A294}" srcOrd="4" destOrd="0" presId="urn:microsoft.com/office/officeart/2008/layout/LinedList"/>
    <dgm:cxn modelId="{C8110DFB-41A5-447F-81F1-63557D7441DC}" type="presParOf" srcId="{B35F3057-12BA-4283-8501-A88A91D62ECD}" destId="{B17B2DCE-2E64-442E-B0DA-FFDECDCEFE3A}" srcOrd="5" destOrd="0" presId="urn:microsoft.com/office/officeart/2008/layout/LinedList"/>
    <dgm:cxn modelId="{AB19E998-97EF-46A9-B3F6-3BA5C5A35954}" type="presParOf" srcId="{B17B2DCE-2E64-442E-B0DA-FFDECDCEFE3A}" destId="{2123CD6E-B797-4B28-8A8F-3301F6F08D46}" srcOrd="0" destOrd="0" presId="urn:microsoft.com/office/officeart/2008/layout/LinedList"/>
    <dgm:cxn modelId="{31B91056-94ED-4D21-903C-C5E804DAAE13}" type="presParOf" srcId="{B17B2DCE-2E64-442E-B0DA-FFDECDCEFE3A}" destId="{A0FE9B1E-6BBF-41E8-984A-33B8D899464A}" srcOrd="1" destOrd="0" presId="urn:microsoft.com/office/officeart/2008/layout/LinedList"/>
    <dgm:cxn modelId="{46BE3F55-E7BB-4356-A9E4-CAF6F9144FEE}" type="presParOf" srcId="{B35F3057-12BA-4283-8501-A88A91D62ECD}" destId="{52DA1808-AFE6-419F-8105-21BFFC13586D}" srcOrd="6" destOrd="0" presId="urn:microsoft.com/office/officeart/2008/layout/LinedList"/>
    <dgm:cxn modelId="{48498191-7808-419A-BBC7-E08E5D6EDED1}" type="presParOf" srcId="{B35F3057-12BA-4283-8501-A88A91D62ECD}" destId="{A16E8F60-AD86-43C4-B7BE-3031B0B769F6}" srcOrd="7" destOrd="0" presId="urn:microsoft.com/office/officeart/2008/layout/LinedList"/>
    <dgm:cxn modelId="{C0A397FB-ADAD-4720-8CE0-A8EC36C39D55}" type="presParOf" srcId="{A16E8F60-AD86-43C4-B7BE-3031B0B769F6}" destId="{8FFE2718-9C07-444D-B217-2D3284BEBF7B}" srcOrd="0" destOrd="0" presId="urn:microsoft.com/office/officeart/2008/layout/LinedList"/>
    <dgm:cxn modelId="{CBAF8D58-6EA4-4C65-B52F-FD5C49B02385}" type="presParOf" srcId="{A16E8F60-AD86-43C4-B7BE-3031B0B769F6}" destId="{D9616E23-57CF-4802-AA0B-CC96E3765D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95A82C-5D68-4C4D-B287-C290C1286907}">
      <dsp:nvSpPr>
        <dsp:cNvPr id="0" name=""/>
        <dsp:cNvSpPr/>
      </dsp:nvSpPr>
      <dsp:spPr>
        <a:xfrm>
          <a:off x="0" y="0"/>
          <a:ext cx="102434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9DF93-90BA-4C4F-B6EA-234478734D90}">
      <dsp:nvSpPr>
        <dsp:cNvPr id="0" name=""/>
        <dsp:cNvSpPr/>
      </dsp:nvSpPr>
      <dsp:spPr>
        <a:xfrm>
          <a:off x="0" y="0"/>
          <a:ext cx="10243457" cy="100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800" i="0" kern="1200" baseline="0" dirty="0"/>
            <a:t>Razvoj digitalnih tehnologija donio je naglasak na vizuelni izgled digitalnih proizvoda.</a:t>
          </a:r>
          <a:endParaRPr lang="en-US" sz="2800" kern="1200" dirty="0"/>
        </a:p>
      </dsp:txBody>
      <dsp:txXfrm>
        <a:off x="0" y="0"/>
        <a:ext cx="10243457" cy="1007968"/>
      </dsp:txXfrm>
    </dsp:sp>
    <dsp:sp modelId="{E12B1DDC-2D4D-4B33-9159-7F986BEF6B87}">
      <dsp:nvSpPr>
        <dsp:cNvPr id="0" name=""/>
        <dsp:cNvSpPr/>
      </dsp:nvSpPr>
      <dsp:spPr>
        <a:xfrm>
          <a:off x="0" y="1007968"/>
          <a:ext cx="102434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8DD2C-E523-4615-8B91-810511095247}">
      <dsp:nvSpPr>
        <dsp:cNvPr id="0" name=""/>
        <dsp:cNvSpPr/>
      </dsp:nvSpPr>
      <dsp:spPr>
        <a:xfrm>
          <a:off x="0" y="1007968"/>
          <a:ext cx="10243457" cy="100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800" i="0" kern="1200" baseline="0" dirty="0" err="1"/>
            <a:t>Savremeni</a:t>
          </a:r>
          <a:r>
            <a:rPr lang="bs-Latn-BA" sz="2800" i="0" kern="1200" baseline="0" dirty="0"/>
            <a:t> korisnici očekuju funkcionalne i estetski privlačne interfejse.</a:t>
          </a:r>
          <a:endParaRPr lang="en-US" sz="2800" kern="1200" dirty="0"/>
        </a:p>
      </dsp:txBody>
      <dsp:txXfrm>
        <a:off x="0" y="1007968"/>
        <a:ext cx="10243457" cy="1007968"/>
      </dsp:txXfrm>
    </dsp:sp>
    <dsp:sp modelId="{D7F6EFA9-13E2-49BD-A20B-DA56BD7A3FDD}">
      <dsp:nvSpPr>
        <dsp:cNvPr id="0" name=""/>
        <dsp:cNvSpPr/>
      </dsp:nvSpPr>
      <dsp:spPr>
        <a:xfrm>
          <a:off x="0" y="2015936"/>
          <a:ext cx="102434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1AEA5-5A60-496A-9C03-8B6F43A7AD05}">
      <dsp:nvSpPr>
        <dsp:cNvPr id="0" name=""/>
        <dsp:cNvSpPr/>
      </dsp:nvSpPr>
      <dsp:spPr>
        <a:xfrm>
          <a:off x="0" y="2015936"/>
          <a:ext cx="10243457" cy="100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800" i="0" kern="1200" baseline="0" dirty="0"/>
            <a:t>Boje, kontrast i tipografija ključni su faktori u oblikovanju korisničkog iskustva.</a:t>
          </a:r>
          <a:endParaRPr lang="en-US" sz="2800" kern="1200" dirty="0"/>
        </a:p>
      </dsp:txBody>
      <dsp:txXfrm>
        <a:off x="0" y="2015936"/>
        <a:ext cx="10243457" cy="1007968"/>
      </dsp:txXfrm>
    </dsp:sp>
    <dsp:sp modelId="{9E53B10F-D562-45C0-82ED-25E891A4BF82}">
      <dsp:nvSpPr>
        <dsp:cNvPr id="0" name=""/>
        <dsp:cNvSpPr/>
      </dsp:nvSpPr>
      <dsp:spPr>
        <a:xfrm>
          <a:off x="0" y="3023904"/>
          <a:ext cx="102434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B9A9CF-A368-4BEB-BF3C-E248EE13B317}">
      <dsp:nvSpPr>
        <dsp:cNvPr id="0" name=""/>
        <dsp:cNvSpPr/>
      </dsp:nvSpPr>
      <dsp:spPr>
        <a:xfrm>
          <a:off x="0" y="3023904"/>
          <a:ext cx="10243457" cy="100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800" i="0" kern="1200" baseline="0" dirty="0"/>
            <a:t>Cilj rada: pokazati značaj ovih elemenata u dizajnu interfejsa i njihov uticaj na percepciju korisnika.</a:t>
          </a:r>
          <a:endParaRPr lang="en-US" sz="2800" kern="1200" dirty="0"/>
        </a:p>
      </dsp:txBody>
      <dsp:txXfrm>
        <a:off x="0" y="3023904"/>
        <a:ext cx="10243457" cy="10079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F6BC0-F5EE-422A-AC16-5BE8A15EF273}">
      <dsp:nvSpPr>
        <dsp:cNvPr id="0" name=""/>
        <dsp:cNvSpPr/>
      </dsp:nvSpPr>
      <dsp:spPr>
        <a:xfrm>
          <a:off x="0" y="12868"/>
          <a:ext cx="1051560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400" kern="1200" dirty="0"/>
            <a:t>UI (</a:t>
          </a:r>
          <a:r>
            <a:rPr lang="bs-Latn-BA" sz="2400" i="1" kern="1200" dirty="0" err="1"/>
            <a:t>User</a:t>
          </a:r>
          <a:r>
            <a:rPr lang="bs-Latn-BA" sz="2400" i="1" kern="1200" dirty="0"/>
            <a:t> </a:t>
          </a:r>
          <a:r>
            <a:rPr lang="bs-Latn-BA" sz="2400" i="1" kern="1200" dirty="0" err="1"/>
            <a:t>Interface</a:t>
          </a:r>
          <a:r>
            <a:rPr lang="bs-Latn-BA" sz="2400" kern="1200" dirty="0"/>
            <a:t>) predstavlja vezu između čovjeka i tehnologije.</a:t>
          </a:r>
          <a:endParaRPr lang="en-US" sz="2400" kern="1200" dirty="0"/>
        </a:p>
      </dsp:txBody>
      <dsp:txXfrm>
        <a:off x="46541" y="59409"/>
        <a:ext cx="10422518" cy="860321"/>
      </dsp:txXfrm>
    </dsp:sp>
    <dsp:sp modelId="{7EC0DD03-C54A-4695-9743-2F749F82BA69}">
      <dsp:nvSpPr>
        <dsp:cNvPr id="0" name=""/>
        <dsp:cNvSpPr/>
      </dsp:nvSpPr>
      <dsp:spPr>
        <a:xfrm>
          <a:off x="0" y="1035392"/>
          <a:ext cx="1051560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400" kern="1200" dirty="0"/>
            <a:t>Uloga interfejsa je da </a:t>
          </a:r>
          <a:r>
            <a:rPr lang="bs-Latn-BA" sz="2400" kern="1200" dirty="0" err="1"/>
            <a:t>omogući</a:t>
          </a:r>
          <a:r>
            <a:rPr lang="bs-Latn-BA" sz="2400" kern="1200" dirty="0"/>
            <a:t> lak, intuitivan i estetski ugodan način komunikacije.</a:t>
          </a:r>
          <a:endParaRPr lang="en-US" sz="2400" kern="1200" dirty="0"/>
        </a:p>
      </dsp:txBody>
      <dsp:txXfrm>
        <a:off x="46541" y="1081933"/>
        <a:ext cx="10422518" cy="860321"/>
      </dsp:txXfrm>
    </dsp:sp>
    <dsp:sp modelId="{A5E0D4B7-43EC-4B29-898F-DEAD10A5B465}">
      <dsp:nvSpPr>
        <dsp:cNvPr id="0" name=""/>
        <dsp:cNvSpPr/>
      </dsp:nvSpPr>
      <dsp:spPr>
        <a:xfrm>
          <a:off x="0" y="2057915"/>
          <a:ext cx="1051560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400" kern="1200" dirty="0"/>
            <a:t>Kvalitetan interfejs povezuje funkcionalnost, preglednost i vizuelnu privlačnost.</a:t>
          </a:r>
          <a:endParaRPr lang="en-US" sz="2400" kern="1200" dirty="0"/>
        </a:p>
      </dsp:txBody>
      <dsp:txXfrm>
        <a:off x="46541" y="2104456"/>
        <a:ext cx="10422518" cy="8603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228E4-D4FF-4553-9123-E5373E386995}">
      <dsp:nvSpPr>
        <dsp:cNvPr id="0" name=""/>
        <dsp:cNvSpPr/>
      </dsp:nvSpPr>
      <dsp:spPr>
        <a:xfrm>
          <a:off x="995555" y="107"/>
          <a:ext cx="2451764" cy="15568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5C8E5-A772-4656-8D3A-BE1F3E5DE91F}">
      <dsp:nvSpPr>
        <dsp:cNvPr id="0" name=""/>
        <dsp:cNvSpPr/>
      </dsp:nvSpPr>
      <dsp:spPr>
        <a:xfrm>
          <a:off x="1267973" y="258904"/>
          <a:ext cx="2451764" cy="15568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1900" b="0" i="0" kern="1200" baseline="0" dirty="0"/>
            <a:t>Boje prenose emocije, stvaraju raspoloženje i usmjeravaju pažnju korisnika.</a:t>
          </a:r>
          <a:endParaRPr lang="en-US" sz="1900" kern="1200" dirty="0"/>
        </a:p>
      </dsp:txBody>
      <dsp:txXfrm>
        <a:off x="1313572" y="304503"/>
        <a:ext cx="2360566" cy="1465672"/>
      </dsp:txXfrm>
    </dsp:sp>
    <dsp:sp modelId="{7E73E26E-8014-45F0-BB5E-192F91E478F9}">
      <dsp:nvSpPr>
        <dsp:cNvPr id="0" name=""/>
        <dsp:cNvSpPr/>
      </dsp:nvSpPr>
      <dsp:spPr>
        <a:xfrm>
          <a:off x="3992156" y="107"/>
          <a:ext cx="2451764" cy="15568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0450C-58E4-48ED-9A04-F43C044EFBF2}">
      <dsp:nvSpPr>
        <dsp:cNvPr id="0" name=""/>
        <dsp:cNvSpPr/>
      </dsp:nvSpPr>
      <dsp:spPr>
        <a:xfrm>
          <a:off x="4264574" y="258904"/>
          <a:ext cx="2451764" cy="15568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1900" b="0" i="0" kern="1200" baseline="0" dirty="0"/>
            <a:t>Pravilno odabrana paleta boja jača identitet brenda.</a:t>
          </a:r>
          <a:endParaRPr lang="en-US" sz="1900" kern="1200" dirty="0"/>
        </a:p>
      </dsp:txBody>
      <dsp:txXfrm>
        <a:off x="4310173" y="304503"/>
        <a:ext cx="2360566" cy="1465672"/>
      </dsp:txXfrm>
    </dsp:sp>
    <dsp:sp modelId="{76B0B682-FAD5-44FA-BE34-D879C7577461}">
      <dsp:nvSpPr>
        <dsp:cNvPr id="0" name=""/>
        <dsp:cNvSpPr/>
      </dsp:nvSpPr>
      <dsp:spPr>
        <a:xfrm>
          <a:off x="6988757" y="107"/>
          <a:ext cx="2451764" cy="15568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D89E32-9095-40C1-B218-94AF0D5D419B}">
      <dsp:nvSpPr>
        <dsp:cNvPr id="0" name=""/>
        <dsp:cNvSpPr/>
      </dsp:nvSpPr>
      <dsp:spPr>
        <a:xfrm>
          <a:off x="7261175" y="258904"/>
          <a:ext cx="2451764" cy="155687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1900" b="0" i="0" kern="1200" baseline="0" dirty="0"/>
            <a:t>Boje doprinose čitljivosti, kontrastu i orijentaciji korisnika.</a:t>
          </a:r>
          <a:endParaRPr lang="en-US" sz="1900" kern="1200" dirty="0"/>
        </a:p>
      </dsp:txBody>
      <dsp:txXfrm>
        <a:off x="7306774" y="304503"/>
        <a:ext cx="2360566" cy="14656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2FA85B-D744-4834-AC61-739D7DB3E9FD}">
      <dsp:nvSpPr>
        <dsp:cNvPr id="0" name=""/>
        <dsp:cNvSpPr/>
      </dsp:nvSpPr>
      <dsp:spPr>
        <a:xfrm>
          <a:off x="0" y="537"/>
          <a:ext cx="61560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98554-D866-4E33-851B-345841DF37A1}">
      <dsp:nvSpPr>
        <dsp:cNvPr id="0" name=""/>
        <dsp:cNvSpPr/>
      </dsp:nvSpPr>
      <dsp:spPr>
        <a:xfrm>
          <a:off x="0" y="537"/>
          <a:ext cx="6156052" cy="880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000" b="0" i="0" kern="1200" baseline="0" dirty="0"/>
            <a:t>Svaka boja ima psihološki </a:t>
          </a:r>
          <a:r>
            <a:rPr lang="bs-Latn-BA" sz="2000" b="0" i="0" kern="1200" baseline="0" dirty="0" err="1"/>
            <a:t>efekat</a:t>
          </a:r>
          <a:r>
            <a:rPr lang="bs-Latn-BA" sz="2000" b="0" i="0" kern="1200" baseline="0" dirty="0"/>
            <a:t>:</a:t>
          </a:r>
          <a:endParaRPr lang="en-US" sz="2000" kern="1200" dirty="0"/>
        </a:p>
      </dsp:txBody>
      <dsp:txXfrm>
        <a:off x="0" y="537"/>
        <a:ext cx="6156052" cy="880026"/>
      </dsp:txXfrm>
    </dsp:sp>
    <dsp:sp modelId="{2867027B-5403-4518-93B9-7C7B725FACD0}">
      <dsp:nvSpPr>
        <dsp:cNvPr id="0" name=""/>
        <dsp:cNvSpPr/>
      </dsp:nvSpPr>
      <dsp:spPr>
        <a:xfrm>
          <a:off x="0" y="880563"/>
          <a:ext cx="61560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F9BC8-7FAD-4109-8538-6384455AE44E}">
      <dsp:nvSpPr>
        <dsp:cNvPr id="0" name=""/>
        <dsp:cNvSpPr/>
      </dsp:nvSpPr>
      <dsp:spPr>
        <a:xfrm>
          <a:off x="0" y="880563"/>
          <a:ext cx="6156052" cy="880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000" b="0" i="0" kern="1200" baseline="0" dirty="0"/>
            <a:t>Plava = povjerenje i profesionalnost</a:t>
          </a:r>
          <a:endParaRPr lang="en-US" sz="2000" kern="1200" dirty="0"/>
        </a:p>
      </dsp:txBody>
      <dsp:txXfrm>
        <a:off x="0" y="880563"/>
        <a:ext cx="6156052" cy="880026"/>
      </dsp:txXfrm>
    </dsp:sp>
    <dsp:sp modelId="{A8AB7272-9C60-4372-9193-71A5455A6E85}">
      <dsp:nvSpPr>
        <dsp:cNvPr id="0" name=""/>
        <dsp:cNvSpPr/>
      </dsp:nvSpPr>
      <dsp:spPr>
        <a:xfrm>
          <a:off x="0" y="1760589"/>
          <a:ext cx="61560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9284B-0FA6-48A7-8DE7-27704E2C502A}">
      <dsp:nvSpPr>
        <dsp:cNvPr id="0" name=""/>
        <dsp:cNvSpPr/>
      </dsp:nvSpPr>
      <dsp:spPr>
        <a:xfrm>
          <a:off x="0" y="1760589"/>
          <a:ext cx="6156052" cy="880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000" b="0" i="0" kern="1200" baseline="0" dirty="0"/>
            <a:t>Crvena = energija i akcija</a:t>
          </a:r>
          <a:endParaRPr lang="en-US" sz="2000" kern="1200" dirty="0"/>
        </a:p>
      </dsp:txBody>
      <dsp:txXfrm>
        <a:off x="0" y="1760589"/>
        <a:ext cx="6156052" cy="880026"/>
      </dsp:txXfrm>
    </dsp:sp>
    <dsp:sp modelId="{E2063F69-1857-4141-9D3C-DC7CE35FB2E3}">
      <dsp:nvSpPr>
        <dsp:cNvPr id="0" name=""/>
        <dsp:cNvSpPr/>
      </dsp:nvSpPr>
      <dsp:spPr>
        <a:xfrm>
          <a:off x="0" y="2640615"/>
          <a:ext cx="61560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3936F-DA4A-46B0-BEDF-DFCF730DBDC6}">
      <dsp:nvSpPr>
        <dsp:cNvPr id="0" name=""/>
        <dsp:cNvSpPr/>
      </dsp:nvSpPr>
      <dsp:spPr>
        <a:xfrm>
          <a:off x="0" y="2640615"/>
          <a:ext cx="6156052" cy="880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000" b="0" i="0" kern="1200" baseline="0" dirty="0"/>
            <a:t>Zelena = smirenost i stabilnost</a:t>
          </a:r>
          <a:endParaRPr lang="en-US" sz="2000" kern="1200" dirty="0"/>
        </a:p>
      </dsp:txBody>
      <dsp:txXfrm>
        <a:off x="0" y="2640615"/>
        <a:ext cx="6156052" cy="880026"/>
      </dsp:txXfrm>
    </dsp:sp>
    <dsp:sp modelId="{966420ED-3C03-43AB-AD70-9FDE920F61E6}">
      <dsp:nvSpPr>
        <dsp:cNvPr id="0" name=""/>
        <dsp:cNvSpPr/>
      </dsp:nvSpPr>
      <dsp:spPr>
        <a:xfrm>
          <a:off x="0" y="3520641"/>
          <a:ext cx="61560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95243-A215-45FF-AC82-EC6797BC1F51}">
      <dsp:nvSpPr>
        <dsp:cNvPr id="0" name=""/>
        <dsp:cNvSpPr/>
      </dsp:nvSpPr>
      <dsp:spPr>
        <a:xfrm>
          <a:off x="0" y="3520641"/>
          <a:ext cx="6156052" cy="880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000" b="0" i="0" kern="1200" baseline="0" dirty="0"/>
            <a:t>Pravilo </a:t>
          </a:r>
          <a:r>
            <a:rPr lang="bs-Latn-BA" sz="2000" b="1" i="0" kern="1200" baseline="0" dirty="0"/>
            <a:t>60-30-10</a:t>
          </a:r>
          <a:r>
            <a:rPr lang="bs-Latn-BA" sz="2000" b="0" i="0" kern="1200" baseline="0" dirty="0"/>
            <a:t> koristi se za skladnu kombinaciju boja (dominantna, sekundarna i akcentna boja).</a:t>
          </a:r>
          <a:endParaRPr lang="en-US" sz="2000" kern="1200" dirty="0"/>
        </a:p>
      </dsp:txBody>
      <dsp:txXfrm>
        <a:off x="0" y="3520641"/>
        <a:ext cx="6156052" cy="8800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2F5EC0-5E27-4916-A22D-72B3F237C04C}">
      <dsp:nvSpPr>
        <dsp:cNvPr id="0" name=""/>
        <dsp:cNvSpPr/>
      </dsp:nvSpPr>
      <dsp:spPr>
        <a:xfrm>
          <a:off x="0" y="0"/>
          <a:ext cx="5232644" cy="1209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b="0" i="0" kern="1200" baseline="0" dirty="0"/>
            <a:t>Kontrast osigurava jasnoću, čitljivost i isticanje važnih elemenata.</a:t>
          </a:r>
          <a:endParaRPr lang="en-US" sz="2300" kern="1200" dirty="0"/>
        </a:p>
      </dsp:txBody>
      <dsp:txXfrm>
        <a:off x="35427" y="35427"/>
        <a:ext cx="3927432" cy="1138707"/>
      </dsp:txXfrm>
    </dsp:sp>
    <dsp:sp modelId="{C453E604-F0D2-4913-AEAA-9340E153E794}">
      <dsp:nvSpPr>
        <dsp:cNvPr id="0" name=""/>
        <dsp:cNvSpPr/>
      </dsp:nvSpPr>
      <dsp:spPr>
        <a:xfrm>
          <a:off x="461703" y="1411155"/>
          <a:ext cx="5232644" cy="1209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b="0" i="0" kern="1200" baseline="0" dirty="0"/>
            <a:t>Pomaže korisniku da se lakše </a:t>
          </a:r>
          <a:r>
            <a:rPr lang="bs-Latn-BA" sz="2300" b="0" i="0" kern="1200" baseline="0" dirty="0" err="1"/>
            <a:t>orijentiše</a:t>
          </a:r>
          <a:r>
            <a:rPr lang="bs-Latn-BA" sz="2300" b="0" i="0" kern="1200" baseline="0" dirty="0"/>
            <a:t> i brže uoči informacije.</a:t>
          </a:r>
          <a:endParaRPr lang="en-US" sz="2300" kern="1200" dirty="0"/>
        </a:p>
      </dsp:txBody>
      <dsp:txXfrm>
        <a:off x="497130" y="1446582"/>
        <a:ext cx="3913871" cy="1138707"/>
      </dsp:txXfrm>
    </dsp:sp>
    <dsp:sp modelId="{DE2C988A-C806-47D3-8C13-F07739486DD9}">
      <dsp:nvSpPr>
        <dsp:cNvPr id="0" name=""/>
        <dsp:cNvSpPr/>
      </dsp:nvSpPr>
      <dsp:spPr>
        <a:xfrm>
          <a:off x="923407" y="2822311"/>
          <a:ext cx="5232644" cy="12095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b="0" i="0" kern="1200" baseline="0" dirty="0"/>
            <a:t>Visok kontrast </a:t>
          </a:r>
          <a:r>
            <a:rPr lang="bs-Latn-BA" sz="2300" b="0" i="0" kern="1200" baseline="0" dirty="0" err="1"/>
            <a:t>povećava</a:t>
          </a:r>
          <a:r>
            <a:rPr lang="bs-Latn-BA" sz="2300" b="0" i="0" kern="1200" baseline="0" dirty="0"/>
            <a:t> pristupačnost interfejsa.</a:t>
          </a:r>
          <a:endParaRPr lang="en-US" sz="2300" kern="1200" dirty="0"/>
        </a:p>
      </dsp:txBody>
      <dsp:txXfrm>
        <a:off x="958834" y="2857738"/>
        <a:ext cx="3913871" cy="1138707"/>
      </dsp:txXfrm>
    </dsp:sp>
    <dsp:sp modelId="{5D96E048-AE14-4FD0-A65A-C33F3736FA4D}">
      <dsp:nvSpPr>
        <dsp:cNvPr id="0" name=""/>
        <dsp:cNvSpPr/>
      </dsp:nvSpPr>
      <dsp:spPr>
        <a:xfrm>
          <a:off x="4446428" y="917251"/>
          <a:ext cx="786215" cy="78621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623326" y="917251"/>
        <a:ext cx="432419" cy="591627"/>
      </dsp:txXfrm>
    </dsp:sp>
    <dsp:sp modelId="{21066FCF-33E9-4E8B-A54B-82D4BC582A30}">
      <dsp:nvSpPr>
        <dsp:cNvPr id="0" name=""/>
        <dsp:cNvSpPr/>
      </dsp:nvSpPr>
      <dsp:spPr>
        <a:xfrm>
          <a:off x="4908132" y="2320342"/>
          <a:ext cx="786215" cy="78621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085030" y="2320342"/>
        <a:ext cx="432419" cy="5916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059637-D5ED-4823-9EC1-8820F3E92C65}">
      <dsp:nvSpPr>
        <dsp:cNvPr id="0" name=""/>
        <dsp:cNvSpPr/>
      </dsp:nvSpPr>
      <dsp:spPr>
        <a:xfrm>
          <a:off x="3079" y="134475"/>
          <a:ext cx="2443347" cy="146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kern="1200" dirty="0"/>
            <a:t>kontrast boje prema boji</a:t>
          </a:r>
          <a:endParaRPr lang="en-US" sz="2300" kern="1200" dirty="0"/>
        </a:p>
      </dsp:txBody>
      <dsp:txXfrm>
        <a:off x="3079" y="134475"/>
        <a:ext cx="2443347" cy="1466008"/>
      </dsp:txXfrm>
    </dsp:sp>
    <dsp:sp modelId="{B04AFE13-8E0B-462F-AC08-EEB554F515C1}">
      <dsp:nvSpPr>
        <dsp:cNvPr id="0" name=""/>
        <dsp:cNvSpPr/>
      </dsp:nvSpPr>
      <dsp:spPr>
        <a:xfrm>
          <a:off x="2690761" y="134475"/>
          <a:ext cx="2443347" cy="146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kern="1200" dirty="0"/>
            <a:t>kontrast svijetlo – tamno</a:t>
          </a:r>
          <a:endParaRPr lang="en-US" sz="2300" kern="1200" dirty="0"/>
        </a:p>
      </dsp:txBody>
      <dsp:txXfrm>
        <a:off x="2690761" y="134475"/>
        <a:ext cx="2443347" cy="1466008"/>
      </dsp:txXfrm>
    </dsp:sp>
    <dsp:sp modelId="{AE4430AF-3114-4FBD-860D-62E985E12AC6}">
      <dsp:nvSpPr>
        <dsp:cNvPr id="0" name=""/>
        <dsp:cNvSpPr/>
      </dsp:nvSpPr>
      <dsp:spPr>
        <a:xfrm>
          <a:off x="5378443" y="134475"/>
          <a:ext cx="2443347" cy="146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kern="1200" dirty="0"/>
            <a:t>kontrast toplo – hladno</a:t>
          </a:r>
          <a:endParaRPr lang="en-US" sz="2300" kern="1200" dirty="0"/>
        </a:p>
      </dsp:txBody>
      <dsp:txXfrm>
        <a:off x="5378443" y="134475"/>
        <a:ext cx="2443347" cy="1466008"/>
      </dsp:txXfrm>
    </dsp:sp>
    <dsp:sp modelId="{0B35C708-D105-41AD-8627-A42275E2E2A0}">
      <dsp:nvSpPr>
        <dsp:cNvPr id="0" name=""/>
        <dsp:cNvSpPr/>
      </dsp:nvSpPr>
      <dsp:spPr>
        <a:xfrm>
          <a:off x="8066125" y="134475"/>
          <a:ext cx="2443347" cy="146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kern="1200" dirty="0"/>
            <a:t>komplementarni kontrast</a:t>
          </a:r>
          <a:endParaRPr lang="en-US" sz="2300" kern="1200" dirty="0"/>
        </a:p>
      </dsp:txBody>
      <dsp:txXfrm>
        <a:off x="8066125" y="134475"/>
        <a:ext cx="2443347" cy="1466008"/>
      </dsp:txXfrm>
    </dsp:sp>
    <dsp:sp modelId="{037E6805-C122-4209-921B-13941E6F102E}">
      <dsp:nvSpPr>
        <dsp:cNvPr id="0" name=""/>
        <dsp:cNvSpPr/>
      </dsp:nvSpPr>
      <dsp:spPr>
        <a:xfrm>
          <a:off x="1346920" y="1844818"/>
          <a:ext cx="2443347" cy="146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kern="1200" dirty="0"/>
            <a:t>simultani (istodobni) kontrast</a:t>
          </a:r>
          <a:endParaRPr lang="en-US" sz="2300" kern="1200" dirty="0"/>
        </a:p>
      </dsp:txBody>
      <dsp:txXfrm>
        <a:off x="1346920" y="1844818"/>
        <a:ext cx="2443347" cy="1466008"/>
      </dsp:txXfrm>
    </dsp:sp>
    <dsp:sp modelId="{FD01AD2C-9795-4E75-89D6-C7FDE0A641A4}">
      <dsp:nvSpPr>
        <dsp:cNvPr id="0" name=""/>
        <dsp:cNvSpPr/>
      </dsp:nvSpPr>
      <dsp:spPr>
        <a:xfrm>
          <a:off x="4034602" y="1844818"/>
          <a:ext cx="2443347" cy="146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kern="1200" dirty="0"/>
            <a:t>kontrast kvalitete</a:t>
          </a:r>
          <a:endParaRPr lang="en-US" sz="2300" kern="1200" dirty="0"/>
        </a:p>
      </dsp:txBody>
      <dsp:txXfrm>
        <a:off x="4034602" y="1844818"/>
        <a:ext cx="2443347" cy="1466008"/>
      </dsp:txXfrm>
    </dsp:sp>
    <dsp:sp modelId="{69BC19AA-E0B1-4F42-903D-712492FB2A70}">
      <dsp:nvSpPr>
        <dsp:cNvPr id="0" name=""/>
        <dsp:cNvSpPr/>
      </dsp:nvSpPr>
      <dsp:spPr>
        <a:xfrm>
          <a:off x="6722284" y="1844818"/>
          <a:ext cx="2443347" cy="14660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300" kern="1200" dirty="0"/>
            <a:t>kontrast kvantitete </a:t>
          </a:r>
          <a:endParaRPr lang="en-US" sz="2300" kern="1200" dirty="0"/>
        </a:p>
      </dsp:txBody>
      <dsp:txXfrm>
        <a:off x="6722284" y="1844818"/>
        <a:ext cx="2443347" cy="14660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8C3E31-EB76-4CDE-850B-789BF4A94ED2}">
      <dsp:nvSpPr>
        <dsp:cNvPr id="0" name=""/>
        <dsp:cNvSpPr/>
      </dsp:nvSpPr>
      <dsp:spPr>
        <a:xfrm>
          <a:off x="0" y="619334"/>
          <a:ext cx="1051255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200" b="0" i="0" kern="1200" baseline="0" dirty="0"/>
            <a:t>Tipografija prenosi ton komunikacije i jača prepoznatljivost brenda.</a:t>
          </a:r>
          <a:endParaRPr lang="en-US" sz="2200" kern="1200" dirty="0"/>
        </a:p>
      </dsp:txBody>
      <dsp:txXfrm>
        <a:off x="25759" y="645093"/>
        <a:ext cx="10461035" cy="476152"/>
      </dsp:txXfrm>
    </dsp:sp>
    <dsp:sp modelId="{02589858-0D45-46CA-9633-A5AD84129984}">
      <dsp:nvSpPr>
        <dsp:cNvPr id="0" name=""/>
        <dsp:cNvSpPr/>
      </dsp:nvSpPr>
      <dsp:spPr>
        <a:xfrm>
          <a:off x="0" y="1210364"/>
          <a:ext cx="1051255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200" b="0" i="0" kern="1200" baseline="0" dirty="0"/>
            <a:t>Dobar font </a:t>
          </a:r>
          <a:r>
            <a:rPr lang="bs-Latn-BA" sz="2200" b="0" i="0" kern="1200" baseline="0" dirty="0" err="1"/>
            <a:t>povećava</a:t>
          </a:r>
          <a:r>
            <a:rPr lang="bs-Latn-BA" sz="2200" b="0" i="0" kern="1200" baseline="0" dirty="0"/>
            <a:t> čitljivost i vizuelnu hijerarhiju.</a:t>
          </a:r>
          <a:endParaRPr lang="en-US" sz="2200" kern="1200" dirty="0"/>
        </a:p>
      </dsp:txBody>
      <dsp:txXfrm>
        <a:off x="25759" y="1236123"/>
        <a:ext cx="10461035" cy="476152"/>
      </dsp:txXfrm>
    </dsp:sp>
    <dsp:sp modelId="{38EFF9DA-1D14-499C-ADD5-B424E6CAD24D}">
      <dsp:nvSpPr>
        <dsp:cNvPr id="0" name=""/>
        <dsp:cNvSpPr/>
      </dsp:nvSpPr>
      <dsp:spPr>
        <a:xfrm>
          <a:off x="0" y="1801394"/>
          <a:ext cx="1051255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200" b="0" i="0" kern="1200" baseline="0" dirty="0"/>
            <a:t>Vrste fontova: </a:t>
          </a:r>
          <a:r>
            <a:rPr lang="bs-Latn-BA" sz="2200" b="0" i="0" kern="1200" baseline="0" dirty="0" err="1"/>
            <a:t>serif</a:t>
          </a:r>
          <a:r>
            <a:rPr lang="bs-Latn-BA" sz="2200" kern="1200" dirty="0"/>
            <a:t>, </a:t>
          </a:r>
          <a:r>
            <a:rPr lang="bs-Latn-BA" sz="2200" kern="1200" dirty="0" err="1"/>
            <a:t>sans-serif</a:t>
          </a:r>
          <a:r>
            <a:rPr lang="bs-Latn-BA" sz="2200" kern="1200" dirty="0"/>
            <a:t>, </a:t>
          </a:r>
          <a:r>
            <a:rPr lang="bs-Latn-BA" sz="2200" kern="1200" dirty="0" err="1"/>
            <a:t>monospace</a:t>
          </a:r>
          <a:r>
            <a:rPr lang="bs-Latn-BA" sz="2200" kern="1200" dirty="0"/>
            <a:t> fontovi i dekorativni fontovi.</a:t>
          </a:r>
          <a:endParaRPr lang="en-US" sz="2200" kern="1200" dirty="0"/>
        </a:p>
      </dsp:txBody>
      <dsp:txXfrm>
        <a:off x="25759" y="1827153"/>
        <a:ext cx="10461035" cy="476152"/>
      </dsp:txXfrm>
    </dsp:sp>
    <dsp:sp modelId="{5E3ADA53-35E0-49BE-B486-9BC6DE5DD421}">
      <dsp:nvSpPr>
        <dsp:cNvPr id="0" name=""/>
        <dsp:cNvSpPr/>
      </dsp:nvSpPr>
      <dsp:spPr>
        <a:xfrm>
          <a:off x="0" y="2392425"/>
          <a:ext cx="10512553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200" b="0" i="0" kern="1200" baseline="0" dirty="0" err="1"/>
            <a:t>Sans-serif</a:t>
          </a:r>
          <a:r>
            <a:rPr lang="bs-Latn-BA" sz="2200" b="0" i="0" kern="1200" baseline="0" dirty="0"/>
            <a:t> fontovi su najčešći u modernom UI dizajnu (npr. </a:t>
          </a:r>
          <a:r>
            <a:rPr lang="bs-Latn-BA" sz="2200" b="0" i="0" kern="1200" baseline="0" dirty="0" err="1"/>
            <a:t>Roboto</a:t>
          </a:r>
          <a:r>
            <a:rPr lang="bs-Latn-BA" sz="2200" b="0" i="0" kern="1200" baseline="0" dirty="0"/>
            <a:t>, </a:t>
          </a:r>
          <a:r>
            <a:rPr lang="bs-Latn-BA" sz="2200" b="0" i="0" kern="1200" baseline="0" dirty="0" err="1"/>
            <a:t>Open</a:t>
          </a:r>
          <a:r>
            <a:rPr lang="bs-Latn-BA" sz="2200" b="0" i="0" kern="1200" baseline="0" dirty="0"/>
            <a:t> </a:t>
          </a:r>
          <a:r>
            <a:rPr lang="bs-Latn-BA" sz="2200" b="0" i="0" kern="1200" baseline="0" dirty="0" err="1"/>
            <a:t>Sans</a:t>
          </a:r>
          <a:r>
            <a:rPr lang="bs-Latn-BA" sz="2200" b="0" i="0" kern="1200" baseline="0" dirty="0"/>
            <a:t>).</a:t>
          </a:r>
          <a:endParaRPr lang="en-US" sz="2200" kern="1200" dirty="0"/>
        </a:p>
      </dsp:txBody>
      <dsp:txXfrm>
        <a:off x="25759" y="2418184"/>
        <a:ext cx="10461035" cy="4761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3E8BA5-C5E6-4DDD-AF3E-ECCB3294E409}">
      <dsp:nvSpPr>
        <dsp:cNvPr id="0" name=""/>
        <dsp:cNvSpPr/>
      </dsp:nvSpPr>
      <dsp:spPr>
        <a:xfrm>
          <a:off x="0" y="679"/>
          <a:ext cx="745807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54038-1011-4C73-844D-F9CB3B5F1135}">
      <dsp:nvSpPr>
        <dsp:cNvPr id="0" name=""/>
        <dsp:cNvSpPr/>
      </dsp:nvSpPr>
      <dsp:spPr>
        <a:xfrm>
          <a:off x="0" y="679"/>
          <a:ext cx="7458074" cy="1113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3100" kern="1200" dirty="0"/>
            <a:t>Korištenje previše različitih fontova </a:t>
          </a:r>
          <a:endParaRPr lang="en-US" sz="3100" kern="1200" dirty="0"/>
        </a:p>
      </dsp:txBody>
      <dsp:txXfrm>
        <a:off x="0" y="679"/>
        <a:ext cx="7458074" cy="1113200"/>
      </dsp:txXfrm>
    </dsp:sp>
    <dsp:sp modelId="{E1015717-3DFC-4BBF-89D0-ABA672BABB2D}">
      <dsp:nvSpPr>
        <dsp:cNvPr id="0" name=""/>
        <dsp:cNvSpPr/>
      </dsp:nvSpPr>
      <dsp:spPr>
        <a:xfrm>
          <a:off x="0" y="1113880"/>
          <a:ext cx="745807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109D6-6261-4D6B-943D-445EDAA46790}">
      <dsp:nvSpPr>
        <dsp:cNvPr id="0" name=""/>
        <dsp:cNvSpPr/>
      </dsp:nvSpPr>
      <dsp:spPr>
        <a:xfrm>
          <a:off x="0" y="1113880"/>
          <a:ext cx="7458074" cy="1113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3100" kern="1200" dirty="0"/>
            <a:t>Premala veličina teksta </a:t>
          </a:r>
          <a:endParaRPr lang="en-US" sz="3100" kern="1200" dirty="0"/>
        </a:p>
      </dsp:txBody>
      <dsp:txXfrm>
        <a:off x="0" y="1113880"/>
        <a:ext cx="7458074" cy="1113200"/>
      </dsp:txXfrm>
    </dsp:sp>
    <dsp:sp modelId="{BAD3611C-115D-406F-9B25-C5962C4EF04B}">
      <dsp:nvSpPr>
        <dsp:cNvPr id="0" name=""/>
        <dsp:cNvSpPr/>
      </dsp:nvSpPr>
      <dsp:spPr>
        <a:xfrm>
          <a:off x="0" y="2227081"/>
          <a:ext cx="745807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09383-A0FB-479C-9994-D7F34EB4C17D}">
      <dsp:nvSpPr>
        <dsp:cNvPr id="0" name=""/>
        <dsp:cNvSpPr/>
      </dsp:nvSpPr>
      <dsp:spPr>
        <a:xfrm>
          <a:off x="0" y="2227081"/>
          <a:ext cx="7458074" cy="1113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3100" kern="1200" dirty="0"/>
            <a:t>Nedovoljan kontrast između teksta i pozadine </a:t>
          </a:r>
          <a:endParaRPr lang="en-US" sz="3100" kern="1200" dirty="0"/>
        </a:p>
      </dsp:txBody>
      <dsp:txXfrm>
        <a:off x="0" y="2227081"/>
        <a:ext cx="7458074" cy="1113200"/>
      </dsp:txXfrm>
    </dsp:sp>
    <dsp:sp modelId="{D3FCF32E-3EC1-42F6-8C42-9723215DB490}">
      <dsp:nvSpPr>
        <dsp:cNvPr id="0" name=""/>
        <dsp:cNvSpPr/>
      </dsp:nvSpPr>
      <dsp:spPr>
        <a:xfrm>
          <a:off x="0" y="3340281"/>
          <a:ext cx="745807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864DE2-D96F-42A9-9E23-C46E7461803F}">
      <dsp:nvSpPr>
        <dsp:cNvPr id="0" name=""/>
        <dsp:cNvSpPr/>
      </dsp:nvSpPr>
      <dsp:spPr>
        <a:xfrm>
          <a:off x="0" y="3340281"/>
          <a:ext cx="7458074" cy="1113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3100" kern="1200" dirty="0"/>
            <a:t>Neujednačen razmak i poravnanje </a:t>
          </a:r>
          <a:endParaRPr lang="en-US" sz="3100" kern="1200" dirty="0"/>
        </a:p>
      </dsp:txBody>
      <dsp:txXfrm>
        <a:off x="0" y="3340281"/>
        <a:ext cx="7458074" cy="1113200"/>
      </dsp:txXfrm>
    </dsp:sp>
    <dsp:sp modelId="{9233E858-04A0-4B34-ABCD-4F2B834DCDD1}">
      <dsp:nvSpPr>
        <dsp:cNvPr id="0" name=""/>
        <dsp:cNvSpPr/>
      </dsp:nvSpPr>
      <dsp:spPr>
        <a:xfrm>
          <a:off x="0" y="4453482"/>
          <a:ext cx="745807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3DECE-06DC-43F5-A57F-398FCA76F7C2}">
      <dsp:nvSpPr>
        <dsp:cNvPr id="0" name=""/>
        <dsp:cNvSpPr/>
      </dsp:nvSpPr>
      <dsp:spPr>
        <a:xfrm>
          <a:off x="0" y="4453482"/>
          <a:ext cx="7458074" cy="1113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3100" kern="1200" dirty="0"/>
            <a:t>Previše dekorativni fontovi </a:t>
          </a:r>
          <a:endParaRPr lang="en-US" sz="3100" kern="1200" dirty="0"/>
        </a:p>
      </dsp:txBody>
      <dsp:txXfrm>
        <a:off x="0" y="4453482"/>
        <a:ext cx="7458074" cy="11132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13636-11BB-46DE-ACF7-02F873D979A8}">
      <dsp:nvSpPr>
        <dsp:cNvPr id="0" name=""/>
        <dsp:cNvSpPr/>
      </dsp:nvSpPr>
      <dsp:spPr>
        <a:xfrm>
          <a:off x="0" y="0"/>
          <a:ext cx="109153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E16AD-7C67-45BB-BC4D-813F13D883C6}">
      <dsp:nvSpPr>
        <dsp:cNvPr id="0" name=""/>
        <dsp:cNvSpPr/>
      </dsp:nvSpPr>
      <dsp:spPr>
        <a:xfrm>
          <a:off x="0" y="0"/>
          <a:ext cx="10915324" cy="100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800" b="0" i="0" kern="1200" baseline="0" dirty="0"/>
            <a:t>Boje, kontrast i tipografija čine osnovu uspješnog UI dizajna.</a:t>
          </a:r>
          <a:endParaRPr lang="en-US" sz="2800" kern="1200" dirty="0"/>
        </a:p>
      </dsp:txBody>
      <dsp:txXfrm>
        <a:off x="0" y="0"/>
        <a:ext cx="10915324" cy="1007968"/>
      </dsp:txXfrm>
    </dsp:sp>
    <dsp:sp modelId="{700A20ED-E2B1-4283-93B6-7165BCA25FBC}">
      <dsp:nvSpPr>
        <dsp:cNvPr id="0" name=""/>
        <dsp:cNvSpPr/>
      </dsp:nvSpPr>
      <dsp:spPr>
        <a:xfrm>
          <a:off x="0" y="1007968"/>
          <a:ext cx="109153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9F979-4C63-41CA-B405-16A7114AA7AD}">
      <dsp:nvSpPr>
        <dsp:cNvPr id="0" name=""/>
        <dsp:cNvSpPr/>
      </dsp:nvSpPr>
      <dsp:spPr>
        <a:xfrm>
          <a:off x="0" y="1007968"/>
          <a:ext cx="10915324" cy="100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800" b="0" i="0" kern="1200" baseline="0" dirty="0"/>
            <a:t>Njihova kombinacija utiče na percepciju, razumijevanje i emocionalni doživljaj korisnika.</a:t>
          </a:r>
          <a:endParaRPr lang="en-US" sz="2800" kern="1200" dirty="0"/>
        </a:p>
      </dsp:txBody>
      <dsp:txXfrm>
        <a:off x="0" y="1007968"/>
        <a:ext cx="10915324" cy="1007968"/>
      </dsp:txXfrm>
    </dsp:sp>
    <dsp:sp modelId="{7869F048-580C-41E9-B252-83A192C5A294}">
      <dsp:nvSpPr>
        <dsp:cNvPr id="0" name=""/>
        <dsp:cNvSpPr/>
      </dsp:nvSpPr>
      <dsp:spPr>
        <a:xfrm>
          <a:off x="0" y="2015936"/>
          <a:ext cx="109153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23CD6E-B797-4B28-8A8F-3301F6F08D46}">
      <dsp:nvSpPr>
        <dsp:cNvPr id="0" name=""/>
        <dsp:cNvSpPr/>
      </dsp:nvSpPr>
      <dsp:spPr>
        <a:xfrm>
          <a:off x="0" y="2015936"/>
          <a:ext cx="10915324" cy="100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800" b="0" i="0" kern="1200" baseline="0" dirty="0"/>
            <a:t>U radu je potvrđeno da pravilna primjena ovih elemenata </a:t>
          </a:r>
          <a:r>
            <a:rPr lang="bs-Latn-BA" sz="2800" b="0" i="0" kern="1200" baseline="0" dirty="0" err="1"/>
            <a:t>poboljšava</a:t>
          </a:r>
          <a:r>
            <a:rPr lang="bs-Latn-BA" sz="2800" b="0" i="0" kern="1200" baseline="0" dirty="0"/>
            <a:t> </a:t>
          </a:r>
          <a:r>
            <a:rPr lang="bs-Latn-BA" sz="2800" b="0" i="0" kern="1200" baseline="0" dirty="0" err="1"/>
            <a:t>kvalitet</a:t>
          </a:r>
          <a:r>
            <a:rPr lang="bs-Latn-BA" sz="2800" b="0" i="0" kern="1200" baseline="0" dirty="0"/>
            <a:t> interfejsa.</a:t>
          </a:r>
          <a:endParaRPr lang="en-US" sz="2800" kern="1200" dirty="0"/>
        </a:p>
      </dsp:txBody>
      <dsp:txXfrm>
        <a:off x="0" y="2015936"/>
        <a:ext cx="10915324" cy="1007968"/>
      </dsp:txXfrm>
    </dsp:sp>
    <dsp:sp modelId="{52DA1808-AFE6-419F-8105-21BFFC13586D}">
      <dsp:nvSpPr>
        <dsp:cNvPr id="0" name=""/>
        <dsp:cNvSpPr/>
      </dsp:nvSpPr>
      <dsp:spPr>
        <a:xfrm>
          <a:off x="0" y="3023904"/>
          <a:ext cx="109153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E2718-9C07-444D-B217-2D3284BEBF7B}">
      <dsp:nvSpPr>
        <dsp:cNvPr id="0" name=""/>
        <dsp:cNvSpPr/>
      </dsp:nvSpPr>
      <dsp:spPr>
        <a:xfrm>
          <a:off x="0" y="3023904"/>
          <a:ext cx="10915324" cy="1007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s-Latn-BA" sz="2800" b="0" i="0" kern="1200" baseline="0" dirty="0"/>
            <a:t>Hipoteza i pomoćne hipoteze su dokazane kroz analizu i primjere iz prakse.</a:t>
          </a:r>
          <a:endParaRPr lang="en-US" sz="2800" kern="1200" dirty="0"/>
        </a:p>
      </dsp:txBody>
      <dsp:txXfrm>
        <a:off x="0" y="3023904"/>
        <a:ext cx="10915324" cy="1007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47A63F-9D06-479D-A04D-717692D43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F70DC-6EDE-457C-B55A-39AC7DE41A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C06C4-C5A6-48FB-97F5-B20A44F857E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987CF-42F5-4BB0-AD0D-1D64C3594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68FB4-296C-4F8C-BFA3-D7C3AD617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55657-0A12-495F-9FFA-D8F7554E7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2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B2CC-0155-4E5E-A890-531D58ADF5B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0FBB-F712-42E7-8C2F-226D98798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FB0C32-F044-4939-92E4-8BA39B7A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4BE8A-3E34-4967-9E7C-13EC8F6A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FF676-EC35-4FFD-8894-CA4F28307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DA1557-E095-4C82-B659-3AF55008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746250" y="-663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34E5EF-94D7-4AE0-BDD1-81A3ECDE6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7040" y="1193411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29E57E-3199-4AAA-B2D5-F93264FDA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442672" y="193606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Tag=CustomerPhoto&#10;Crop=1&#10;Align=N/A">
            <a:extLst>
              <a:ext uri="{FF2B5EF4-FFF2-40B4-BE49-F238E27FC236}">
                <a16:creationId xmlns:a16="http://schemas.microsoft.com/office/drawing/2014/main" id="{8A791822-0971-4E61-A5E4-9AAD258F58E3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63"/>
            <a:ext cx="12188952" cy="68580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86D7D99-F789-4EDA-861D-B6B994F0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B39487B-EA73-4D7B-93AA-D63B49F4D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050" y="3600450"/>
            <a:ext cx="9144000" cy="24511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54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F98AFCE-98D2-46C5-82A8-E45659B17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69999FB-8585-40F0-990C-6A0BAD1C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68738E-7449-46C1-B7D3-844FE2BA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FF04F9-E792-4C19-9FD5-44800CEB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F2F9DF6-DFB9-44A8-B629-57F58893A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53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27BC207-43FE-4B6A-AEBE-875B69CF9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91840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EBBF5499-9A70-4846-B98E-316EC17F9F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7A79F30-D473-48F6-9AC2-286C7B70F3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6256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1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910AFBC-7932-43F4-ABEA-C89B2698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78A42D-5ED2-4AB6-BE4B-41090743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9" name="Date Placeholder 1">
            <a:extLst>
              <a:ext uri="{FF2B5EF4-FFF2-40B4-BE49-F238E27FC236}">
                <a16:creationId xmlns:a16="http://schemas.microsoft.com/office/drawing/2014/main" id="{4D9A7D07-2BA3-438D-972B-EA57837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>
            <a:lvl1pPr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3/1/20XX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8720583-BC84-48EB-85BC-AE71214A3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0" y="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C3F0A5CD-C47A-4CDF-BE99-75F3A81B18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9520" y="2286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7329454B-9275-4E86-B32E-91C0DB62AA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89520" y="4572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21E9E1BF-D594-4F96-8DBE-5A8DD51D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C30FDEF8-F3F3-42D5-9EE1-EDDF18B3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9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E04ED02-B678-4D1E-BEDA-7E28F903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7" y="927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E2C5A2-B8B2-47C5-8E1B-3A97E2C9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25" y="927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D8455-A2E1-40B3-B6C4-36070AF58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0F53BE70-C6B1-407C-9333-7251BDC77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186" y="9279"/>
            <a:ext cx="5770017" cy="2411171"/>
          </a:xfrm>
          <a:custGeom>
            <a:avLst/>
            <a:gdLst>
              <a:gd name="connsiteX0" fmla="*/ 0 w 5770017"/>
              <a:gd name="connsiteY0" fmla="*/ 0 h 2411171"/>
              <a:gd name="connsiteX1" fmla="*/ 5770017 w 5770017"/>
              <a:gd name="connsiteY1" fmla="*/ 0 h 2411171"/>
              <a:gd name="connsiteX2" fmla="*/ 5715824 w 5770017"/>
              <a:gd name="connsiteY2" fmla="*/ 124746 h 2411171"/>
              <a:gd name="connsiteX3" fmla="*/ 4925072 w 5770017"/>
              <a:gd name="connsiteY3" fmla="*/ 1254414 h 2411171"/>
              <a:gd name="connsiteX4" fmla="*/ 125602 w 5770017"/>
              <a:gd name="connsiteY4" fmla="*/ 1864423 h 2411171"/>
              <a:gd name="connsiteX5" fmla="*/ 0 w 5770017"/>
              <a:gd name="connsiteY5" fmla="*/ 1785927 h 241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0017" h="2411171">
                <a:moveTo>
                  <a:pt x="0" y="0"/>
                </a:moveTo>
                <a:lnTo>
                  <a:pt x="5770017" y="0"/>
                </a:lnTo>
                <a:lnTo>
                  <a:pt x="5715824" y="124746"/>
                </a:lnTo>
                <a:cubicBezTo>
                  <a:pt x="5526044" y="533784"/>
                  <a:pt x="5262460" y="917027"/>
                  <a:pt x="4925072" y="1254414"/>
                </a:cubicBezTo>
                <a:cubicBezTo>
                  <a:pt x="3623720" y="2555767"/>
                  <a:pt x="1640148" y="2759102"/>
                  <a:pt x="125602" y="1864423"/>
                </a:cubicBezTo>
                <a:lnTo>
                  <a:pt x="0" y="1785927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05864DDE-75C0-4BE6-93FF-A960706A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C3FA0F-EAE5-4DCE-ACFF-9AD00ED39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1FA5E0E-BEE1-4976-92B1-61EF64E34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905256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3379FE8-A6CE-4F5A-BE1A-B2267589B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520440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D090CA-24E8-46A7-889A-A4FDD00A33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600450"/>
            <a:ext cx="5322888" cy="24511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9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Char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5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3B5BF0-238D-481F-A15B-206D1E2FE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578E43B-8F1B-4CBD-B09E-5AD9A247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737C17C2-E2A6-4219-AE02-C8EAF943C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E7BC3CE-3806-41F3-B4F6-EBB2C3E9E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" y="484632"/>
            <a:ext cx="12179808" cy="590702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C036CF-E92D-4E80-8E6B-1B06EDDF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016"/>
            <a:ext cx="4800600" cy="374904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ADCFE1B-ABA2-4B11-B7DE-02CE383D6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835779"/>
            <a:ext cx="4800600" cy="1066800"/>
          </a:xfrm>
        </p:spPr>
        <p:txBody>
          <a:bodyPr>
            <a:normAutofit/>
          </a:bodyPr>
          <a:lstStyle>
            <a:lvl1pPr marL="228600" indent="0">
              <a:buNone/>
              <a:defRPr sz="2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0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B84B862-7F1F-4B98-B437-936D8A73A9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664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C76B23B2-3605-4292-9F96-F34651B689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AB1E9EC3-2FB6-4E1C-8211-306450FDE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45936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F3628146-045F-4FBC-A365-3D1D4B3DA6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3144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50972B-CA23-4B92-987F-EE48ECCFF5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363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DE19225-DA72-4A39-8CFD-695BFBB93E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E66A7C97-DBB6-4333-B12F-E26C38E69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728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1FA0B5-660E-478A-AF8A-196DBD6AE4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029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77C92085-3D01-44E4-BA12-E39F1EA0A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7973" y="47335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35DA97BC-7224-440A-A227-8F4A101804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7274" y="5342763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C236524B-4724-42FA-A2B2-33566478FD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39" y="4737100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5F7DE4ED-8F4D-465C-86B4-2372AE291F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3940" y="5346319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5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5157787" cy="3446463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60320"/>
            <a:ext cx="5183188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1C83D0-CBAB-4E41-89AB-89FF36D38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02BB0-D231-4195-8083-264C01DF9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11680"/>
            <a:ext cx="51577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B2A70FA-99E0-466C-AC57-33C48353B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9027" y="2011680"/>
            <a:ext cx="51831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574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4360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4360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22881CE-A366-4A3A-AE00-9B14BEFE4A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8934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CF16E98-73C9-47B5-B88B-9120BEB9F0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934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7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3294AE-7408-47DB-898D-41F8C069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73052A-4118-4E04-81F8-A44EC172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6156052" cy="298608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marL="228600" lvl="0" indent="-228600"/>
            <a:r>
              <a:rPr lang="en-US" sz="20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988D1E1-6064-4D6A-9EB1-578E20A2A0ED}"/>
              </a:ext>
            </a:extLst>
          </p:cNvPr>
          <p:cNvSpPr txBox="1">
            <a:spLocks/>
          </p:cNvSpPr>
          <p:nvPr userDrawn="1"/>
        </p:nvSpPr>
        <p:spPr>
          <a:xfrm>
            <a:off x="841248" y="6429375"/>
            <a:ext cx="2646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B23B9F-B223-42FC-B961-B8BFC75D2259}" type="datetime1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11/6/2025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47C5CB-0317-4DC6-A76F-38A5BB1FD1C2}"/>
              </a:ext>
            </a:extLst>
          </p:cNvPr>
          <p:cNvSpPr txBox="1">
            <a:spLocks/>
          </p:cNvSpPr>
          <p:nvPr userDrawn="1"/>
        </p:nvSpPr>
        <p:spPr>
          <a:xfrm>
            <a:off x="4044696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CCF6E15-0BE7-453B-BBD4-B379C390AD22}"/>
              </a:ext>
            </a:extLst>
          </p:cNvPr>
          <p:cNvSpPr txBox="1">
            <a:spLocks/>
          </p:cNvSpPr>
          <p:nvPr userDrawn="1"/>
        </p:nvSpPr>
        <p:spPr>
          <a:xfrm>
            <a:off x="8613648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44951-7827-47D4-8276-7DDE1FA7D85A}" type="slidenum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E092228-4487-4E3A-AEE3-12DC34A06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4928" y="484632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AB20921-6E7F-4BD8-9399-D18CABB64B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4928" y="3511296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3043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022B425-A1C3-4DFE-BF49-1B9F96D4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93769"/>
            <a:ext cx="5992550" cy="2319306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AEC60F9-EA79-4A18-B040-024AFB62FD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" y="484632"/>
            <a:ext cx="11210544" cy="319125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B88B7B-A749-40EA-A140-38D1E04E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133" y="3893770"/>
            <a:ext cx="4377714" cy="231930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18489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20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95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76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2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13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5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8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9" r:id="rId3"/>
    <p:sldLayoutId id="2147483698" r:id="rId4"/>
    <p:sldLayoutId id="2147483686" r:id="rId5"/>
    <p:sldLayoutId id="2147483700" r:id="rId6"/>
    <p:sldLayoutId id="2147483705" r:id="rId7"/>
    <p:sldLayoutId id="2147483689" r:id="rId8"/>
    <p:sldLayoutId id="2147483704" r:id="rId9"/>
    <p:sldLayoutId id="2147483702" r:id="rId10"/>
    <p:sldLayoutId id="2147483701" r:id="rId11"/>
    <p:sldLayoutId id="2147483703" r:id="rId12"/>
    <p:sldLayoutId id="2147483685" r:id="rId13"/>
    <p:sldLayoutId id="2147483687" r:id="rId14"/>
    <p:sldLayoutId id="2147483688" r:id="rId15"/>
    <p:sldLayoutId id="2147483690" r:id="rId16"/>
    <p:sldLayoutId id="2147483692" r:id="rId17"/>
    <p:sldLayoutId id="2147483693" r:id="rId18"/>
  </p:sldLayoutIdLst>
  <p:hf hdr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32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4.xml"/><Relationship Id="rId7" Type="http://schemas.openxmlformats.org/officeDocument/2006/relationships/image" Target="../media/image2.gif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9A7C78-91FD-4B88-953D-5A4363761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 anchor="b" anchorCtr="0"/>
          <a:lstStyle/>
          <a:p>
            <a:r>
              <a:rPr lang="bs-Latn-BA" b="1" dirty="0"/>
              <a:t>Boje, kontrast i tipografija u korisničkom interfejsu</a:t>
            </a:r>
            <a:endParaRPr lang="en-US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04BED3-CF2E-4CAD-8CE8-ED3ED12AEB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3600450"/>
            <a:ext cx="9144000" cy="2451100"/>
          </a:xfrm>
        </p:spPr>
        <p:txBody>
          <a:bodyPr/>
          <a:lstStyle/>
          <a:p>
            <a:r>
              <a:rPr lang="bs-Latn-BA" b="1" dirty="0"/>
              <a:t>Zulka Musić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358038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AAA0-0BB8-9CAF-8A55-3D86D3973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b="1" dirty="0"/>
              <a:t>Uvod</a:t>
            </a:r>
            <a:endParaRPr lang="en-US" b="1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73B9922D-ACC8-1D58-EC00-1FA8B37C36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61874"/>
          <a:ext cx="10243457" cy="4031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582569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5C660-46ED-BC44-C79A-98101D30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2324101"/>
          </a:xfrm>
        </p:spPr>
        <p:txBody>
          <a:bodyPr anchor="ctr">
            <a:normAutofit/>
          </a:bodyPr>
          <a:lstStyle/>
          <a:p>
            <a:pPr algn="ctr"/>
            <a:r>
              <a:rPr lang="bs-Latn-BA" sz="4400" b="1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Korisnički interfejs</a:t>
            </a:r>
            <a:endParaRPr lang="en-US" sz="44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1737B72D-6428-E538-7C55-450D232D4D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205743"/>
              </p:ext>
            </p:extLst>
          </p:nvPr>
        </p:nvGraphicFramePr>
        <p:xfrm>
          <a:off x="838200" y="3152775"/>
          <a:ext cx="10515600" cy="3024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259766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6BD79D-570D-0B96-7264-9443B4142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64851B-43E0-6032-F12E-3EC29970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976EB-8E29-058D-F18A-2679D8AC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9984FC1-F5AF-CB00-E3DA-83FBA4F1B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690" y="862011"/>
            <a:ext cx="9935609" cy="2076450"/>
          </a:xfrm>
        </p:spPr>
        <p:txBody>
          <a:bodyPr/>
          <a:lstStyle/>
          <a:p>
            <a:pPr algn="ctr"/>
            <a:r>
              <a:rPr lang="bs-Latn-BA" b="1" dirty="0"/>
              <a:t>Boje u korisničkom interfejsu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653A0-01D9-E987-22B7-08B6E73F5899}"/>
              </a:ext>
            </a:extLst>
          </p:cNvPr>
          <p:cNvSpPr/>
          <p:nvPr/>
        </p:nvSpPr>
        <p:spPr>
          <a:xfrm>
            <a:off x="642257" y="6429375"/>
            <a:ext cx="10787743" cy="2871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1F5489F9-73DD-C099-2008-69CAA0E019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41247" y="3775977"/>
          <a:ext cx="10708496" cy="1815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372636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A2D99B-C3BB-BF7C-FCBA-28820961B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992C5-FBA8-A671-157C-BBBA4ACF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29557-7702-4DC1-5584-1B08E9F6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6DCF0B-5844-F5E5-A04C-2854228B4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6867"/>
            <a:ext cx="6156051" cy="2076450"/>
          </a:xfrm>
        </p:spPr>
        <p:txBody>
          <a:bodyPr/>
          <a:lstStyle/>
          <a:p>
            <a:r>
              <a:rPr lang="bs-Latn-BA" b="1" dirty="0"/>
              <a:t>Psihologija i harmonija boja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145FFC-B4C4-B796-05C5-21209629C655}"/>
              </a:ext>
            </a:extLst>
          </p:cNvPr>
          <p:cNvSpPr/>
          <p:nvPr/>
        </p:nvSpPr>
        <p:spPr>
          <a:xfrm>
            <a:off x="664029" y="6509657"/>
            <a:ext cx="10853057" cy="284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Rectangle 1">
            <a:extLst>
              <a:ext uri="{FF2B5EF4-FFF2-40B4-BE49-F238E27FC236}">
                <a16:creationId xmlns:a16="http://schemas.microsoft.com/office/drawing/2014/main" id="{F69C35E7-95EE-D0E8-2FE2-86B5BBACEB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41248" y="2483317"/>
          <a:ext cx="6156052" cy="440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" name="Picture 19" descr="A color wheel with different colors&#10;&#10;AI-generated content may be incorrect.">
            <a:extLst>
              <a:ext uri="{FF2B5EF4-FFF2-40B4-BE49-F238E27FC236}">
                <a16:creationId xmlns:a16="http://schemas.microsoft.com/office/drawing/2014/main" id="{BDA27956-EE93-3075-677E-CA5E0BE8C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898" y="140047"/>
            <a:ext cx="3823797" cy="3705230"/>
          </a:xfrm>
          <a:prstGeom prst="rect">
            <a:avLst/>
          </a:prstGeom>
        </p:spPr>
      </p:pic>
      <p:pic>
        <p:nvPicPr>
          <p:cNvPr id="21" name="Picture 20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6A84C3A5-D485-C6F8-7A42-3261C414A3B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24085" r="15097" b="19671"/>
          <a:stretch>
            <a:fillRect/>
          </a:stretch>
        </p:blipFill>
        <p:spPr bwMode="auto">
          <a:xfrm>
            <a:off x="7416600" y="3997325"/>
            <a:ext cx="4189095" cy="24320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6548145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89D018-DA19-607F-DB92-EF2B914B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ED8E61-EA97-E70B-2BE2-33636F83D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FA68B-5C73-39BE-06A4-D5D5695C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B712DE-7BC9-4952-9058-D205A8EF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195" y="656319"/>
            <a:ext cx="10697609" cy="928006"/>
          </a:xfrm>
        </p:spPr>
        <p:txBody>
          <a:bodyPr/>
          <a:lstStyle/>
          <a:p>
            <a:pPr algn="ctr"/>
            <a:r>
              <a:rPr lang="bs-Latn-BA" b="1" dirty="0"/>
              <a:t>Primjeri dobre i loše upotrebe boja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E8738B-B010-09C0-6AB0-59CAA61C1903}"/>
              </a:ext>
            </a:extLst>
          </p:cNvPr>
          <p:cNvSpPr/>
          <p:nvPr/>
        </p:nvSpPr>
        <p:spPr>
          <a:xfrm>
            <a:off x="838200" y="6531429"/>
            <a:ext cx="10700657" cy="2630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AC9D55-FABD-A465-5D7F-411B87460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870" y="2391363"/>
            <a:ext cx="6809930" cy="3810318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D28408BC-83E9-BA8B-6520-8690D06B58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43" y="1686379"/>
            <a:ext cx="2088811" cy="4624468"/>
          </a:xfrm>
          <a:prstGeom prst="rect">
            <a:avLst/>
          </a:prstGeom>
        </p:spPr>
      </p:pic>
      <p:sp>
        <p:nvSpPr>
          <p:cNvPr id="14" name="Rectangle 13" descr="Dobro">
            <a:extLst>
              <a:ext uri="{FF2B5EF4-FFF2-40B4-BE49-F238E27FC236}">
                <a16:creationId xmlns:a16="http://schemas.microsoft.com/office/drawing/2014/main" id="{9BE7D219-249F-D30F-1D9D-82CF426DA4AA}"/>
              </a:ext>
            </a:extLst>
          </p:cNvPr>
          <p:cNvSpPr/>
          <p:nvPr/>
        </p:nvSpPr>
        <p:spPr>
          <a:xfrm>
            <a:off x="1653662" y="6348866"/>
            <a:ext cx="1012371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s-Latn-B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Dobro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 descr="Dobro">
            <a:extLst>
              <a:ext uri="{FF2B5EF4-FFF2-40B4-BE49-F238E27FC236}">
                <a16:creationId xmlns:a16="http://schemas.microsoft.com/office/drawing/2014/main" id="{FC8C68BA-CB8B-892A-3E91-F8CC85D1C5D5}"/>
              </a:ext>
            </a:extLst>
          </p:cNvPr>
          <p:cNvSpPr/>
          <p:nvPr/>
        </p:nvSpPr>
        <p:spPr>
          <a:xfrm>
            <a:off x="7442649" y="6348866"/>
            <a:ext cx="1012371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s-Latn-BA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Loše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3331391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079AB2-6D38-6BEA-E314-49E55FAC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82827E-28CB-E23D-3E01-EECC45A88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06B22-1A98-A0C8-9E11-D9DE7117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A2AB14-A00F-B664-8AFF-1A2AD8FC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738" y="829397"/>
            <a:ext cx="10610523" cy="1015092"/>
          </a:xfrm>
        </p:spPr>
        <p:txBody>
          <a:bodyPr>
            <a:normAutofit/>
          </a:bodyPr>
          <a:lstStyle/>
          <a:p>
            <a:pPr algn="ctr"/>
            <a:r>
              <a:rPr lang="bs-Latn-BA" b="1" dirty="0"/>
              <a:t>Kontrast u korisničkom interfejsu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F7FB5-8E62-9E38-D255-402C813FF2E5}"/>
              </a:ext>
            </a:extLst>
          </p:cNvPr>
          <p:cNvSpPr/>
          <p:nvPr/>
        </p:nvSpPr>
        <p:spPr>
          <a:xfrm>
            <a:off x="838200" y="6509657"/>
            <a:ext cx="10613571" cy="185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F381FE04-49AA-2F16-4589-3FDD36F19B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523516"/>
              </p:ext>
            </p:extLst>
          </p:nvPr>
        </p:nvGraphicFramePr>
        <p:xfrm>
          <a:off x="838200" y="2297716"/>
          <a:ext cx="6156052" cy="4031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Placeholder 10" descr="A group of triangles with different angles&#10;&#10;AI-generated content may be incorrect.">
            <a:extLst>
              <a:ext uri="{FF2B5EF4-FFF2-40B4-BE49-F238E27FC236}">
                <a16:creationId xmlns:a16="http://schemas.microsoft.com/office/drawing/2014/main" id="{43C49689-88B5-1F88-114E-3FDD8A5DE9A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" r="2286"/>
          <a:stretch>
            <a:fillRect/>
          </a:stretch>
        </p:blipFill>
        <p:spPr>
          <a:xfrm>
            <a:off x="6997299" y="2299716"/>
            <a:ext cx="4858181" cy="324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53122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3C76C1-7499-FAAB-0D40-985F22155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AC94A-8FAA-2F21-B3A6-8D4D03FD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C2804-41DF-7BB3-5F37-82D51464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302486-6F05-5E94-59A3-ED697A55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857251"/>
            <a:ext cx="10512552" cy="906235"/>
          </a:xfrm>
        </p:spPr>
        <p:txBody>
          <a:bodyPr/>
          <a:lstStyle/>
          <a:p>
            <a:pPr algn="ctr"/>
            <a:r>
              <a:rPr lang="bs-Latn-BA" b="1" dirty="0"/>
              <a:t>Vrste kontrasta</a:t>
            </a:r>
            <a:endParaRPr lang="en-US" b="1" dirty="0"/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8508CF82-0FAA-ADAC-1C85-B421448A38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41247" y="2961268"/>
          <a:ext cx="10512552" cy="3445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7C9B828-B06D-AFC6-20F1-680C0527A5C3}"/>
              </a:ext>
            </a:extLst>
          </p:cNvPr>
          <p:cNvSpPr/>
          <p:nvPr/>
        </p:nvSpPr>
        <p:spPr>
          <a:xfrm>
            <a:off x="838200" y="6429375"/>
            <a:ext cx="105156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5740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D3C25-81EE-932C-13A0-85A35C9E1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D2FA9-9964-6694-6CBB-6257E5A3D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B4074-414B-6B09-B913-0F820FD37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70D7B1-8F15-725D-1E22-94914D8A4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95" y="629806"/>
            <a:ext cx="10773809" cy="1483178"/>
          </a:xfrm>
        </p:spPr>
        <p:txBody>
          <a:bodyPr>
            <a:normAutofit fontScale="90000"/>
          </a:bodyPr>
          <a:lstStyle/>
          <a:p>
            <a:pPr algn="ctr"/>
            <a:r>
              <a:rPr lang="bs-Latn-BA" b="1" dirty="0"/>
              <a:t>Primjeri kontrasta u korisničkom dizajnu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FBD9CA-43AE-0DEB-CC02-7932B2A2639F}"/>
              </a:ext>
            </a:extLst>
          </p:cNvPr>
          <p:cNvSpPr/>
          <p:nvPr/>
        </p:nvSpPr>
        <p:spPr>
          <a:xfrm>
            <a:off x="838200" y="6520543"/>
            <a:ext cx="10515600" cy="2739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screenshot of a website&#10;&#10;AI-generated content may be incorrect.">
            <a:extLst>
              <a:ext uri="{FF2B5EF4-FFF2-40B4-BE49-F238E27FC236}">
                <a16:creationId xmlns:a16="http://schemas.microsoft.com/office/drawing/2014/main" id="{9D084C55-DD19-7CE9-3650-CD8A1FCAE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8336"/>
            <a:ext cx="5932314" cy="3113361"/>
          </a:xfrm>
          <a:prstGeom prst="rect">
            <a:avLst/>
          </a:prstGeom>
        </p:spPr>
      </p:pic>
      <p:pic>
        <p:nvPicPr>
          <p:cNvPr id="11" name="Picture 10" descr="A watch on a black background&#10;&#10;AI-generated content may be incorrect.">
            <a:extLst>
              <a:ext uri="{FF2B5EF4-FFF2-40B4-BE49-F238E27FC236}">
                <a16:creationId xmlns:a16="http://schemas.microsoft.com/office/drawing/2014/main" id="{2C003EF0-797B-3AA3-0CE8-02595B5D6A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9" t="1825"/>
          <a:stretch>
            <a:fillRect/>
          </a:stretch>
        </p:blipFill>
        <p:spPr bwMode="auto">
          <a:xfrm>
            <a:off x="6095999" y="2816429"/>
            <a:ext cx="6209057" cy="36129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3351606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43188-66B9-CC05-35B4-125EE065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12877-E8F8-4738-8AB1-1EAFA3D49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A657F-39F1-96C6-C967-4FA174F2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95D4E4-0332-4A33-F82C-FF7D776CD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10392809" cy="1134835"/>
          </a:xfrm>
        </p:spPr>
        <p:txBody>
          <a:bodyPr>
            <a:normAutofit fontScale="90000"/>
          </a:bodyPr>
          <a:lstStyle/>
          <a:p>
            <a:r>
              <a:rPr lang="bs-Latn-BA" b="1" dirty="0"/>
              <a:t>Tipografija u korisničkom interfejsu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A8B33D-6B97-2DA5-7524-7CCE0AF0251D}"/>
              </a:ext>
            </a:extLst>
          </p:cNvPr>
          <p:cNvSpPr/>
          <p:nvPr/>
        </p:nvSpPr>
        <p:spPr>
          <a:xfrm>
            <a:off x="838200" y="6429375"/>
            <a:ext cx="10613571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Rectangle 1">
            <a:extLst>
              <a:ext uri="{FF2B5EF4-FFF2-40B4-BE49-F238E27FC236}">
                <a16:creationId xmlns:a16="http://schemas.microsoft.com/office/drawing/2014/main" id="{4DF60CA6-CC12-E006-02F0-BE9BFFACC6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41247" y="2914204"/>
          <a:ext cx="10512553" cy="3539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914665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9830C-2B7F-619C-C760-A476EE3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09600"/>
            <a:ext cx="2952750" cy="5567363"/>
          </a:xfrm>
        </p:spPr>
        <p:txBody>
          <a:bodyPr anchor="ctr">
            <a:normAutofit/>
          </a:bodyPr>
          <a:lstStyle/>
          <a:p>
            <a:r>
              <a:rPr lang="bs-Latn-BA" sz="4400" b="1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Greške koje narušavaju čitljivost</a:t>
            </a:r>
            <a:endParaRPr lang="en-US" sz="4400" b="1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0A47244-4EFB-371E-DC11-6A19E2AF22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195315"/>
              </p:ext>
            </p:extLst>
          </p:nvPr>
        </p:nvGraphicFramePr>
        <p:xfrm>
          <a:off x="4124326" y="609600"/>
          <a:ext cx="7458074" cy="556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925749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D51DB-846D-666D-1E02-7E2ED8CE9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F97BF-CA43-1A87-F761-C244CD17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DEE01-FF9C-7BB4-F747-1DC9E2F9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198977-E758-7CE2-F8BB-3C2D03D5F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423078"/>
            <a:ext cx="10773809" cy="759748"/>
          </a:xfrm>
        </p:spPr>
        <p:txBody>
          <a:bodyPr>
            <a:normAutofit fontScale="90000"/>
          </a:bodyPr>
          <a:lstStyle/>
          <a:p>
            <a:pPr algn="ctr"/>
            <a:r>
              <a:rPr lang="bs-Latn-BA" b="1" dirty="0"/>
              <a:t>Povezanost boje, kontrasta i tipografije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727FD5-3628-8011-E2E8-B4C71C4E5198}"/>
              </a:ext>
            </a:extLst>
          </p:cNvPr>
          <p:cNvSpPr/>
          <p:nvPr/>
        </p:nvSpPr>
        <p:spPr>
          <a:xfrm>
            <a:off x="838200" y="6542314"/>
            <a:ext cx="10591800" cy="2521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138783B-EE48-74F8-F549-05BDE17E5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3775" y="1472003"/>
            <a:ext cx="1058875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Ovi elementi zajedno čine vizuelnu cjelinu interfejsa.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Usklađenost stvara balans između estetike i funkcionalnosti.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bs-Latn-BA" sz="24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Dobro dizajniran interfejs je istovremeno privlačan i jednostavan za korištenje.</a:t>
            </a:r>
          </a:p>
        </p:txBody>
      </p:sp>
      <p:pic>
        <p:nvPicPr>
          <p:cNvPr id="11" name="Picture 10" descr="A screenshot of a music player&#10;&#10;AI-generated content may be incorrect.">
            <a:extLst>
              <a:ext uri="{FF2B5EF4-FFF2-40B4-BE49-F238E27FC236}">
                <a16:creationId xmlns:a16="http://schemas.microsoft.com/office/drawing/2014/main" id="{40848245-49C9-4B4C-6957-A8A7A5763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75" y="3312386"/>
            <a:ext cx="4607235" cy="3490012"/>
          </a:xfrm>
          <a:prstGeom prst="rect">
            <a:avLst/>
          </a:prstGeom>
        </p:spPr>
      </p:pic>
      <p:pic>
        <p:nvPicPr>
          <p:cNvPr id="12" name="Picture 11" descr="A close up of a phone&#10;&#10;AI-generated content may be incorrect.">
            <a:extLst>
              <a:ext uri="{FF2B5EF4-FFF2-40B4-BE49-F238E27FC236}">
                <a16:creationId xmlns:a16="http://schemas.microsoft.com/office/drawing/2014/main" id="{59471CC8-C6A6-D37B-DC1D-2EBF4ABB98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210" y="4151183"/>
            <a:ext cx="5431790" cy="19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7057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883DA-FD52-7963-F190-B2F5E11E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8A02C-6338-9085-7333-A16BDF778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671AD-BC3E-D83F-F9BD-C2FEB8B0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D91C73-5FD1-3D02-C2AE-91EC444A1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576943"/>
            <a:ext cx="10512553" cy="1159330"/>
          </a:xfrm>
        </p:spPr>
        <p:txBody>
          <a:bodyPr/>
          <a:lstStyle/>
          <a:p>
            <a:pPr algn="ctr"/>
            <a:r>
              <a:rPr lang="bs-Latn-BA" b="1" dirty="0"/>
              <a:t>Zaključak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2B748-A5AE-F65A-C5F1-9EB01AB65731}"/>
              </a:ext>
            </a:extLst>
          </p:cNvPr>
          <p:cNvSpPr/>
          <p:nvPr/>
        </p:nvSpPr>
        <p:spPr>
          <a:xfrm>
            <a:off x="653143" y="6509657"/>
            <a:ext cx="10918371" cy="2848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C70D3CA4-5A41-3477-5736-5D875A805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618466"/>
              </p:ext>
            </p:extLst>
          </p:nvPr>
        </p:nvGraphicFramePr>
        <p:xfrm>
          <a:off x="841247" y="2416229"/>
          <a:ext cx="10915324" cy="4031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667553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9">
            <a:extLst>
              <a:ext uri="{FF2B5EF4-FFF2-40B4-BE49-F238E27FC236}">
                <a16:creationId xmlns:a16="http://schemas.microsoft.com/office/drawing/2014/main" id="{DD7EAFE6-2BB9-41FB-9CF4-588CFC70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524929-325F-4CC4-89F2-74EDDDC6B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64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01A3C5-DDEA-4FB8-B9F0-A1D2A061C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63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1FC7BE-4DC6-4061-98EB-C48DCFFF6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743200" y="0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4CA8B8-30A6-49D9-99C0-3ADAF9741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656" y="1297020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22809AF-EB43-4FA3-93FF-87D535C71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39622" y="194269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ame 23">
            <a:extLst>
              <a:ext uri="{FF2B5EF4-FFF2-40B4-BE49-F238E27FC236}">
                <a16:creationId xmlns:a16="http://schemas.microsoft.com/office/drawing/2014/main" id="{61478748-3624-4238-BC0F-73EE151C5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A0885E-4307-7240-8E2A-C42D372F5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287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/>
              <a:t>Hvala </a:t>
            </a:r>
            <a:r>
              <a:rPr lang="en-US" sz="5400" b="1" dirty="0" err="1"/>
              <a:t>na</a:t>
            </a:r>
            <a:r>
              <a:rPr lang="en-US" sz="5400" b="1" dirty="0"/>
              <a:t> </a:t>
            </a:r>
            <a:r>
              <a:rPr lang="en-US" sz="5400" b="1" dirty="0" err="1"/>
              <a:t>pažnji</a:t>
            </a:r>
            <a:r>
              <a:rPr lang="en-US" sz="54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6945637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052644-F409-493B-8E91-969D43897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AFE2A1-77F8-441E-9B9F-DD61C354F4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CF4B188-9E41-4609-81DC-EA2587D009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Luminous design</Template>
  <TotalTime>4157</TotalTime>
  <Words>448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Avenir Next LT Pro</vt:lpstr>
      <vt:lpstr>Calibri</vt:lpstr>
      <vt:lpstr>Cambria</vt:lpstr>
      <vt:lpstr>Sabon Next LT</vt:lpstr>
      <vt:lpstr>Wingdings</vt:lpstr>
      <vt:lpstr>LuminousVTI</vt:lpstr>
      <vt:lpstr>Boje, kontrast i tipografija u korisničkom interfejsu</vt:lpstr>
      <vt:lpstr>Uvod</vt:lpstr>
      <vt:lpstr>Korisnički interfejs</vt:lpstr>
      <vt:lpstr>Boje u korisničkom interfejsu</vt:lpstr>
      <vt:lpstr>Psihologija i harmonija boja</vt:lpstr>
      <vt:lpstr>Primjeri dobre i loše upotrebe boja</vt:lpstr>
      <vt:lpstr>Kontrast u korisničkom interfejsu</vt:lpstr>
      <vt:lpstr>Vrste kontrasta</vt:lpstr>
      <vt:lpstr>Primjeri kontrasta u korisničkom dizajnu</vt:lpstr>
      <vt:lpstr>Tipografija u korisničkom interfejsu</vt:lpstr>
      <vt:lpstr>Greške koje narušavaju čitljivost</vt:lpstr>
      <vt:lpstr>Povezanost boje, kontrasta i tipografije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Zulka Musić</dc:creator>
  <cp:lastModifiedBy>Zulka Musić</cp:lastModifiedBy>
  <cp:revision>1</cp:revision>
  <dcterms:created xsi:type="dcterms:W3CDTF">2025-10-26T17:26:31Z</dcterms:created>
  <dcterms:modified xsi:type="dcterms:W3CDTF">2025-11-07T16:28:48Z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