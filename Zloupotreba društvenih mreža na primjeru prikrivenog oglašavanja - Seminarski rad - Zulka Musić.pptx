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2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033D39-E96F-4AB5-BA1B-CA5BC469AC5C}" v="74" dt="2025-07-01T22:21:51.928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59" d="100"/>
          <a:sy n="59" d="100"/>
        </p:scale>
        <p:origin x="96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ulka Musić" userId="929283a3-b21d-4ab5-b3e6-9963fe2be6ff" providerId="ADAL" clId="{6A033D39-E96F-4AB5-BA1B-CA5BC469AC5C}"/>
    <pc:docChg chg="custSel addSld delSld modSld">
      <pc:chgData name="Zulka Musić" userId="929283a3-b21d-4ab5-b3e6-9963fe2be6ff" providerId="ADAL" clId="{6A033D39-E96F-4AB5-BA1B-CA5BC469AC5C}" dt="2025-07-01T22:21:51.913" v="627"/>
      <pc:docMkLst>
        <pc:docMk/>
      </pc:docMkLst>
      <pc:sldChg chg="modSp mod modTransition modAnim">
        <pc:chgData name="Zulka Musić" userId="929283a3-b21d-4ab5-b3e6-9963fe2be6ff" providerId="ADAL" clId="{6A033D39-E96F-4AB5-BA1B-CA5BC469AC5C}" dt="2025-07-01T22:21:27.035" v="619"/>
        <pc:sldMkLst>
          <pc:docMk/>
          <pc:sldMk cId="2498031464" sldId="342"/>
        </pc:sldMkLst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2498031464" sldId="342"/>
            <ac:spMk id="2" creationId="{782F696B-FBBE-0900-2F5A-F8A0862DA2D9}"/>
          </ac:spMkLst>
        </pc:spChg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2498031464" sldId="342"/>
            <ac:spMk id="9" creationId="{2981AB9E-AF0F-CAD0-2DD2-D640FB871E66}"/>
          </ac:spMkLst>
        </pc:spChg>
      </pc:sldChg>
      <pc:sldChg chg="del">
        <pc:chgData name="Zulka Musić" userId="929283a3-b21d-4ab5-b3e6-9963fe2be6ff" providerId="ADAL" clId="{6A033D39-E96F-4AB5-BA1B-CA5BC469AC5C}" dt="2025-07-01T20:59:05.575" v="0" actId="2696"/>
        <pc:sldMkLst>
          <pc:docMk/>
          <pc:sldMk cId="1460159330" sldId="359"/>
        </pc:sldMkLst>
      </pc:sldChg>
      <pc:sldChg chg="del">
        <pc:chgData name="Zulka Musić" userId="929283a3-b21d-4ab5-b3e6-9963fe2be6ff" providerId="ADAL" clId="{6A033D39-E96F-4AB5-BA1B-CA5BC469AC5C}" dt="2025-07-01T21:15:14.966" v="258" actId="2696"/>
        <pc:sldMkLst>
          <pc:docMk/>
          <pc:sldMk cId="1330733909" sldId="365"/>
        </pc:sldMkLst>
      </pc:sldChg>
      <pc:sldChg chg="del">
        <pc:chgData name="Zulka Musić" userId="929283a3-b21d-4ab5-b3e6-9963fe2be6ff" providerId="ADAL" clId="{6A033D39-E96F-4AB5-BA1B-CA5BC469AC5C}" dt="2025-07-01T21:17:35.004" v="292" actId="2696"/>
        <pc:sldMkLst>
          <pc:docMk/>
          <pc:sldMk cId="2395464980" sldId="372"/>
        </pc:sldMkLst>
      </pc:sldChg>
      <pc:sldChg chg="addSp delSp modSp del mod">
        <pc:chgData name="Zulka Musić" userId="929283a3-b21d-4ab5-b3e6-9963fe2be6ff" providerId="ADAL" clId="{6A033D39-E96F-4AB5-BA1B-CA5BC469AC5C}" dt="2025-07-01T21:15:23.274" v="259" actId="2696"/>
        <pc:sldMkLst>
          <pc:docMk/>
          <pc:sldMk cId="1397193754" sldId="373"/>
        </pc:sldMkLst>
        <pc:spChg chg="del">
          <ac:chgData name="Zulka Musić" userId="929283a3-b21d-4ab5-b3e6-9963fe2be6ff" providerId="ADAL" clId="{6A033D39-E96F-4AB5-BA1B-CA5BC469AC5C}" dt="2025-07-01T20:59:49.749" v="1" actId="21"/>
          <ac:spMkLst>
            <pc:docMk/>
            <pc:sldMk cId="1397193754" sldId="373"/>
            <ac:spMk id="2" creationId="{E117F7C5-CBA2-9823-0CBA-5BD773998046}"/>
          </ac:spMkLst>
        </pc:spChg>
        <pc:spChg chg="del">
          <ac:chgData name="Zulka Musić" userId="929283a3-b21d-4ab5-b3e6-9963fe2be6ff" providerId="ADAL" clId="{6A033D39-E96F-4AB5-BA1B-CA5BC469AC5C}" dt="2025-07-01T21:00:04.372" v="3" actId="21"/>
          <ac:spMkLst>
            <pc:docMk/>
            <pc:sldMk cId="1397193754" sldId="373"/>
            <ac:spMk id="3" creationId="{A6A971A9-0C5C-DDFC-67F9-2E5A55F12F67}"/>
          </ac:spMkLst>
        </pc:spChg>
        <pc:spChg chg="mod">
          <ac:chgData name="Zulka Musić" userId="929283a3-b21d-4ab5-b3e6-9963fe2be6ff" providerId="ADAL" clId="{6A033D39-E96F-4AB5-BA1B-CA5BC469AC5C}" dt="2025-07-01T21:04:01.745" v="34" actId="207"/>
          <ac:spMkLst>
            <pc:docMk/>
            <pc:sldMk cId="1397193754" sldId="373"/>
            <ac:spMk id="4" creationId="{260D053B-A40A-3228-B6D5-3371B9EE2E56}"/>
          </ac:spMkLst>
        </pc:spChg>
        <pc:spChg chg="add del mod">
          <ac:chgData name="Zulka Musić" userId="929283a3-b21d-4ab5-b3e6-9963fe2be6ff" providerId="ADAL" clId="{6A033D39-E96F-4AB5-BA1B-CA5BC469AC5C}" dt="2025-07-01T20:59:55.709" v="2" actId="21"/>
          <ac:spMkLst>
            <pc:docMk/>
            <pc:sldMk cId="1397193754" sldId="373"/>
            <ac:spMk id="6" creationId="{808974AE-1443-AAEA-2949-C2C7F717B7E4}"/>
          </ac:spMkLst>
        </pc:spChg>
        <pc:picChg chg="add del mod ord">
          <ac:chgData name="Zulka Musić" userId="929283a3-b21d-4ab5-b3e6-9963fe2be6ff" providerId="ADAL" clId="{6A033D39-E96F-4AB5-BA1B-CA5BC469AC5C}" dt="2025-07-01T21:03:56.385" v="33" actId="21"/>
          <ac:picMkLst>
            <pc:docMk/>
            <pc:sldMk cId="1397193754" sldId="373"/>
            <ac:picMk id="8" creationId="{B11D17C1-494E-8902-7037-30997CB5E88B}"/>
          </ac:picMkLst>
        </pc:picChg>
      </pc:sldChg>
      <pc:sldChg chg="addSp delSp modSp mod modTransition setBg modClrScheme delAnim modAnim chgLayout">
        <pc:chgData name="Zulka Musić" userId="929283a3-b21d-4ab5-b3e6-9963fe2be6ff" providerId="ADAL" clId="{6A033D39-E96F-4AB5-BA1B-CA5BC469AC5C}" dt="2025-07-01T22:21:29.669" v="620"/>
        <pc:sldMkLst>
          <pc:docMk/>
          <pc:sldMk cId="598144966" sldId="374"/>
        </pc:sldMkLst>
        <pc:spChg chg="del mod">
          <ac:chgData name="Zulka Musić" userId="929283a3-b21d-4ab5-b3e6-9963fe2be6ff" providerId="ADAL" clId="{6A033D39-E96F-4AB5-BA1B-CA5BC469AC5C}" dt="2025-07-01T21:05:40.216" v="48" actId="21"/>
          <ac:spMkLst>
            <pc:docMk/>
            <pc:sldMk cId="598144966" sldId="374"/>
            <ac:spMk id="3" creationId="{3FEFE388-CD0B-9671-4D4E-D6D8004C8851}"/>
          </ac:spMkLst>
        </pc:spChg>
        <pc:spChg chg="del">
          <ac:chgData name="Zulka Musić" userId="929283a3-b21d-4ab5-b3e6-9963fe2be6ff" providerId="ADAL" clId="{6A033D39-E96F-4AB5-BA1B-CA5BC469AC5C}" dt="2025-07-01T21:05:05.159" v="44" actId="21"/>
          <ac:spMkLst>
            <pc:docMk/>
            <pc:sldMk cId="598144966" sldId="374"/>
            <ac:spMk id="4" creationId="{67D6EA54-3083-FB0D-9011-2353791B0495}"/>
          </ac:spMkLst>
        </pc:spChg>
        <pc:spChg chg="del">
          <ac:chgData name="Zulka Musić" userId="929283a3-b21d-4ab5-b3e6-9963fe2be6ff" providerId="ADAL" clId="{6A033D39-E96F-4AB5-BA1B-CA5BC469AC5C}" dt="2025-07-01T21:05:14.208" v="45" actId="21"/>
          <ac:spMkLst>
            <pc:docMk/>
            <pc:sldMk cId="598144966" sldId="374"/>
            <ac:spMk id="5" creationId="{BE4E0F37-0AD5-833C-CBE5-EAE02EC46069}"/>
          </ac:spMkLst>
        </pc:spChg>
        <pc:spChg chg="add del mod">
          <ac:chgData name="Zulka Musić" userId="929283a3-b21d-4ab5-b3e6-9963fe2be6ff" providerId="ADAL" clId="{6A033D39-E96F-4AB5-BA1B-CA5BC469AC5C}" dt="2025-07-01T21:04:53.941" v="43" actId="21"/>
          <ac:spMkLst>
            <pc:docMk/>
            <pc:sldMk cId="598144966" sldId="374"/>
            <ac:spMk id="9" creationId="{DD0B867C-5ED6-C266-B5EF-944FE6782AEA}"/>
          </ac:spMkLst>
        </pc:spChg>
        <pc:spChg chg="add del mod">
          <ac:chgData name="Zulka Musić" userId="929283a3-b21d-4ab5-b3e6-9963fe2be6ff" providerId="ADAL" clId="{6A033D39-E96F-4AB5-BA1B-CA5BC469AC5C}" dt="2025-07-01T21:05:19.836" v="46" actId="21"/>
          <ac:spMkLst>
            <pc:docMk/>
            <pc:sldMk cId="598144966" sldId="374"/>
            <ac:spMk id="11" creationId="{A49938B2-8B9B-4C41-576F-EDBDDEEEE986}"/>
          </ac:spMkLst>
        </pc:spChg>
        <pc:spChg chg="add del mod">
          <ac:chgData name="Zulka Musić" userId="929283a3-b21d-4ab5-b3e6-9963fe2be6ff" providerId="ADAL" clId="{6A033D39-E96F-4AB5-BA1B-CA5BC469AC5C}" dt="2025-07-01T21:05:46.661" v="49" actId="21"/>
          <ac:spMkLst>
            <pc:docMk/>
            <pc:sldMk cId="598144966" sldId="374"/>
            <ac:spMk id="13" creationId="{335EFCEC-922B-952B-D8A1-44BB751000EB}"/>
          </ac:spMkLst>
        </pc:spChg>
        <pc:spChg chg="add del mod">
          <ac:chgData name="Zulka Musić" userId="929283a3-b21d-4ab5-b3e6-9963fe2be6ff" providerId="ADAL" clId="{6A033D39-E96F-4AB5-BA1B-CA5BC469AC5C}" dt="2025-07-01T21:06:52.308" v="73"/>
          <ac:spMkLst>
            <pc:docMk/>
            <pc:sldMk cId="598144966" sldId="374"/>
            <ac:spMk id="14" creationId="{7282B19C-6BC4-50AB-37DC-74A6CA4ED219}"/>
          </ac:spMkLst>
        </pc:spChg>
        <pc:spChg chg="add 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598144966" sldId="374"/>
            <ac:spMk id="15" creationId="{23B36FDD-3289-ED9B-1B26-9E7CF78E4FEE}"/>
          </ac:spMkLst>
        </pc:spChg>
        <pc:spChg chg="add 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598144966" sldId="374"/>
            <ac:spMk id="20" creationId="{7CC61B3D-D25C-3907-D954-B2237F6C7185}"/>
          </ac:spMkLst>
        </pc:spChg>
        <pc:spChg chg="add del mod">
          <ac:chgData name="Zulka Musić" userId="929283a3-b21d-4ab5-b3e6-9963fe2be6ff" providerId="ADAL" clId="{6A033D39-E96F-4AB5-BA1B-CA5BC469AC5C}" dt="2025-07-01T21:35:25.561" v="448" actId="21"/>
          <ac:spMkLst>
            <pc:docMk/>
            <pc:sldMk cId="598144966" sldId="374"/>
            <ac:spMk id="22" creationId="{12767F5E-D03A-D3B7-DC7C-BE8A142A582D}"/>
          </ac:spMkLst>
        </pc:spChg>
        <pc:picChg chg="add del mod ord">
          <ac:chgData name="Zulka Musić" userId="929283a3-b21d-4ab5-b3e6-9963fe2be6ff" providerId="ADAL" clId="{6A033D39-E96F-4AB5-BA1B-CA5BC469AC5C}" dt="2025-07-01T22:19:06.562" v="586" actId="21"/>
          <ac:picMkLst>
            <pc:docMk/>
            <pc:sldMk cId="598144966" sldId="374"/>
            <ac:picMk id="6" creationId="{9BBF2ADF-DABF-B0AA-7D93-F74CB0152A49}"/>
          </ac:picMkLst>
        </pc:picChg>
        <pc:picChg chg="del">
          <ac:chgData name="Zulka Musić" userId="929283a3-b21d-4ab5-b3e6-9963fe2be6ff" providerId="ADAL" clId="{6A033D39-E96F-4AB5-BA1B-CA5BC469AC5C}" dt="2025-07-01T21:04:45.915" v="42" actId="21"/>
          <ac:picMkLst>
            <pc:docMk/>
            <pc:sldMk cId="598144966" sldId="374"/>
            <ac:picMk id="8" creationId="{E1DBD4C7-D952-4426-40FD-8799F80F821F}"/>
          </ac:picMkLst>
        </pc:picChg>
        <pc:picChg chg="add mod">
          <ac:chgData name="Zulka Musić" userId="929283a3-b21d-4ab5-b3e6-9963fe2be6ff" providerId="ADAL" clId="{6A033D39-E96F-4AB5-BA1B-CA5BC469AC5C}" dt="2025-07-01T22:19:32.810" v="590" actId="14100"/>
          <ac:picMkLst>
            <pc:docMk/>
            <pc:sldMk cId="598144966" sldId="374"/>
            <ac:picMk id="17" creationId="{2D243648-0B3E-D61F-5728-B0841AB72989}"/>
          </ac:picMkLst>
        </pc:picChg>
      </pc:sldChg>
      <pc:sldChg chg="addSp delSp modSp mod modTransition modAnim">
        <pc:chgData name="Zulka Musić" userId="929283a3-b21d-4ab5-b3e6-9963fe2be6ff" providerId="ADAL" clId="{6A033D39-E96F-4AB5-BA1B-CA5BC469AC5C}" dt="2025-07-01T22:21:32.836" v="621"/>
        <pc:sldMkLst>
          <pc:docMk/>
          <pc:sldMk cId="1962637282" sldId="375"/>
        </pc:sldMkLst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1962637282" sldId="375"/>
            <ac:spMk id="2" creationId="{D9F60903-003B-273E-3584-5312F76C3EF3}"/>
          </ac:spMkLst>
        </pc:spChg>
        <pc:spChg chg="del">
          <ac:chgData name="Zulka Musić" userId="929283a3-b21d-4ab5-b3e6-9963fe2be6ff" providerId="ADAL" clId="{6A033D39-E96F-4AB5-BA1B-CA5BC469AC5C}" dt="2025-07-01T21:10:46.827" v="147" actId="21"/>
          <ac:spMkLst>
            <pc:docMk/>
            <pc:sldMk cId="1962637282" sldId="375"/>
            <ac:spMk id="3" creationId="{64347AE7-D6A2-42FB-3D58-6297742FC352}"/>
          </ac:spMkLst>
        </pc:spChg>
        <pc:spChg chg="del mod">
          <ac:chgData name="Zulka Musić" userId="929283a3-b21d-4ab5-b3e6-9963fe2be6ff" providerId="ADAL" clId="{6A033D39-E96F-4AB5-BA1B-CA5BC469AC5C}" dt="2025-07-01T21:11:02.052" v="149"/>
          <ac:spMkLst>
            <pc:docMk/>
            <pc:sldMk cId="1962637282" sldId="375"/>
            <ac:spMk id="4" creationId="{74160DFF-2E7E-7A22-819A-C011020DFF01}"/>
          </ac:spMkLst>
        </pc:spChg>
        <pc:spChg chg="add 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1962637282" sldId="375"/>
            <ac:spMk id="5" creationId="{56EDE891-7C98-4DDA-3651-60EC85ED8CD2}"/>
          </ac:spMkLst>
        </pc:spChg>
      </pc:sldChg>
      <pc:sldChg chg="del">
        <pc:chgData name="Zulka Musić" userId="929283a3-b21d-4ab5-b3e6-9963fe2be6ff" providerId="ADAL" clId="{6A033D39-E96F-4AB5-BA1B-CA5BC469AC5C}" dt="2025-07-01T21:17:20.058" v="286" actId="2696"/>
        <pc:sldMkLst>
          <pc:docMk/>
          <pc:sldMk cId="1073601555" sldId="376"/>
        </pc:sldMkLst>
      </pc:sldChg>
      <pc:sldChg chg="new del">
        <pc:chgData name="Zulka Musić" userId="929283a3-b21d-4ab5-b3e6-9963fe2be6ff" providerId="ADAL" clId="{6A033D39-E96F-4AB5-BA1B-CA5BC469AC5C}" dt="2025-07-01T21:18:47.726" v="294" actId="2696"/>
        <pc:sldMkLst>
          <pc:docMk/>
          <pc:sldMk cId="1823477709" sldId="376"/>
        </pc:sldMkLst>
      </pc:sldChg>
      <pc:sldChg chg="addSp delSp modSp new del mod">
        <pc:chgData name="Zulka Musić" userId="929283a3-b21d-4ab5-b3e6-9963fe2be6ff" providerId="ADAL" clId="{6A033D39-E96F-4AB5-BA1B-CA5BC469AC5C}" dt="2025-07-01T21:29:07.942" v="374" actId="2696"/>
        <pc:sldMkLst>
          <pc:docMk/>
          <pc:sldMk cId="2041567620" sldId="376"/>
        </pc:sldMkLst>
        <pc:spChg chg="mod">
          <ac:chgData name="Zulka Musić" userId="929283a3-b21d-4ab5-b3e6-9963fe2be6ff" providerId="ADAL" clId="{6A033D39-E96F-4AB5-BA1B-CA5BC469AC5C}" dt="2025-07-01T21:22:26.110" v="373" actId="790"/>
          <ac:spMkLst>
            <pc:docMk/>
            <pc:sldMk cId="2041567620" sldId="376"/>
            <ac:spMk id="2" creationId="{F454E471-25A1-D536-126A-97DC6C107F61}"/>
          </ac:spMkLst>
        </pc:spChg>
        <pc:spChg chg="del">
          <ac:chgData name="Zulka Musić" userId="929283a3-b21d-4ab5-b3e6-9963fe2be6ff" providerId="ADAL" clId="{6A033D39-E96F-4AB5-BA1B-CA5BC469AC5C}" dt="2025-07-01T21:20:45.845" v="357" actId="21"/>
          <ac:spMkLst>
            <pc:docMk/>
            <pc:sldMk cId="2041567620" sldId="376"/>
            <ac:spMk id="3" creationId="{07007475-907D-1D78-11BF-507B97660C8B}"/>
          </ac:spMkLst>
        </pc:spChg>
        <pc:spChg chg="del">
          <ac:chgData name="Zulka Musić" userId="929283a3-b21d-4ab5-b3e6-9963fe2be6ff" providerId="ADAL" clId="{6A033D39-E96F-4AB5-BA1B-CA5BC469AC5C}" dt="2025-07-01T21:21:00.448" v="359" actId="21"/>
          <ac:spMkLst>
            <pc:docMk/>
            <pc:sldMk cId="2041567620" sldId="376"/>
            <ac:spMk id="4" creationId="{28B19D67-FB86-F68B-2FA1-CD9346AA949F}"/>
          </ac:spMkLst>
        </pc:spChg>
        <pc:spChg chg="add mod">
          <ac:chgData name="Zulka Musić" userId="929283a3-b21d-4ab5-b3e6-9963fe2be6ff" providerId="ADAL" clId="{6A033D39-E96F-4AB5-BA1B-CA5BC469AC5C}" dt="2025-07-01T21:22:26.110" v="373" actId="790"/>
          <ac:spMkLst>
            <pc:docMk/>
            <pc:sldMk cId="2041567620" sldId="376"/>
            <ac:spMk id="6" creationId="{E02BE297-917C-9CB2-EC49-533D4605E70D}"/>
          </ac:spMkLst>
        </pc:spChg>
      </pc:sldChg>
      <pc:sldChg chg="new del">
        <pc:chgData name="Zulka Musić" userId="929283a3-b21d-4ab5-b3e6-9963fe2be6ff" providerId="ADAL" clId="{6A033D39-E96F-4AB5-BA1B-CA5BC469AC5C}" dt="2025-07-01T21:30:05.178" v="376" actId="2696"/>
        <pc:sldMkLst>
          <pc:docMk/>
          <pc:sldMk cId="3047722825" sldId="376"/>
        </pc:sldMkLst>
      </pc:sldChg>
      <pc:sldChg chg="addSp delSp modSp new mod modTransition modAnim">
        <pc:chgData name="Zulka Musić" userId="929283a3-b21d-4ab5-b3e6-9963fe2be6ff" providerId="ADAL" clId="{6A033D39-E96F-4AB5-BA1B-CA5BC469AC5C}" dt="2025-07-01T22:21:35.301" v="622"/>
        <pc:sldMkLst>
          <pc:docMk/>
          <pc:sldMk cId="3987915241" sldId="376"/>
        </pc:sldMkLst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3987915241" sldId="376"/>
            <ac:spMk id="2" creationId="{3103271F-3C20-CDAF-06CC-6DDC0EF1500A}"/>
          </ac:spMkLst>
        </pc:spChg>
        <pc:spChg chg="del">
          <ac:chgData name="Zulka Musić" userId="929283a3-b21d-4ab5-b3e6-9963fe2be6ff" providerId="ADAL" clId="{6A033D39-E96F-4AB5-BA1B-CA5BC469AC5C}" dt="2025-07-01T21:30:35.350" v="379"/>
          <ac:spMkLst>
            <pc:docMk/>
            <pc:sldMk cId="3987915241" sldId="376"/>
            <ac:spMk id="3" creationId="{917F6A8F-D08F-0627-8DD6-389AD0348108}"/>
          </ac:spMkLst>
        </pc:spChg>
        <pc:spChg chg="del">
          <ac:chgData name="Zulka Musić" userId="929283a3-b21d-4ab5-b3e6-9963fe2be6ff" providerId="ADAL" clId="{6A033D39-E96F-4AB5-BA1B-CA5BC469AC5C}" dt="2025-07-01T21:30:56.995" v="381" actId="21"/>
          <ac:spMkLst>
            <pc:docMk/>
            <pc:sldMk cId="3987915241" sldId="376"/>
            <ac:spMk id="4" creationId="{DD54E2AD-C4AC-7F68-0D4A-AD4B3713FFE0}"/>
          </ac:spMkLst>
        </pc:spChg>
        <pc:spChg chg="add 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3987915241" sldId="376"/>
            <ac:spMk id="5" creationId="{18053DA5-2763-5997-5461-A831CFEE4F50}"/>
          </ac:spMkLst>
        </pc:spChg>
      </pc:sldChg>
      <pc:sldChg chg="addSp delSp modSp new mod modTransition modAnim">
        <pc:chgData name="Zulka Musić" userId="929283a3-b21d-4ab5-b3e6-9963fe2be6ff" providerId="ADAL" clId="{6A033D39-E96F-4AB5-BA1B-CA5BC469AC5C}" dt="2025-07-01T22:21:38.333" v="623"/>
        <pc:sldMkLst>
          <pc:docMk/>
          <pc:sldMk cId="1710789803" sldId="377"/>
        </pc:sldMkLst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1710789803" sldId="377"/>
            <ac:spMk id="2" creationId="{0BE5F457-14D8-D372-191C-EEB7CD87A1FD}"/>
          </ac:spMkLst>
        </pc:spChg>
        <pc:spChg chg="del">
          <ac:chgData name="Zulka Musić" userId="929283a3-b21d-4ab5-b3e6-9963fe2be6ff" providerId="ADAL" clId="{6A033D39-E96F-4AB5-BA1B-CA5BC469AC5C}" dt="2025-07-01T21:34:26.894" v="424"/>
          <ac:spMkLst>
            <pc:docMk/>
            <pc:sldMk cId="1710789803" sldId="377"/>
            <ac:spMk id="3" creationId="{A4404AD1-97F7-2D9C-4155-CB30B4AB2C25}"/>
          </ac:spMkLst>
        </pc:spChg>
        <pc:spChg chg="del">
          <ac:chgData name="Zulka Musić" userId="929283a3-b21d-4ab5-b3e6-9963fe2be6ff" providerId="ADAL" clId="{6A033D39-E96F-4AB5-BA1B-CA5BC469AC5C}" dt="2025-07-01T21:34:51.754" v="431" actId="21"/>
          <ac:spMkLst>
            <pc:docMk/>
            <pc:sldMk cId="1710789803" sldId="377"/>
            <ac:spMk id="4" creationId="{42B1EBCD-6CB5-4D5D-249A-F71DE510FDE7}"/>
          </ac:spMkLst>
        </pc:spChg>
        <pc:spChg chg="add 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1710789803" sldId="377"/>
            <ac:spMk id="5" creationId="{53F24A94-8B69-28EE-5AE6-83EEB7ADBF31}"/>
          </ac:spMkLst>
        </pc:spChg>
      </pc:sldChg>
      <pc:sldChg chg="del">
        <pc:chgData name="Zulka Musić" userId="929283a3-b21d-4ab5-b3e6-9963fe2be6ff" providerId="ADAL" clId="{6A033D39-E96F-4AB5-BA1B-CA5BC469AC5C}" dt="2025-07-01T21:17:22.655" v="287" actId="2696"/>
        <pc:sldMkLst>
          <pc:docMk/>
          <pc:sldMk cId="2728059627" sldId="377"/>
        </pc:sldMkLst>
      </pc:sldChg>
      <pc:sldChg chg="del">
        <pc:chgData name="Zulka Musić" userId="929283a3-b21d-4ab5-b3e6-9963fe2be6ff" providerId="ADAL" clId="{6A033D39-E96F-4AB5-BA1B-CA5BC469AC5C}" dt="2025-07-01T21:17:25.176" v="288" actId="2696"/>
        <pc:sldMkLst>
          <pc:docMk/>
          <pc:sldMk cId="910315636" sldId="378"/>
        </pc:sldMkLst>
      </pc:sldChg>
      <pc:sldChg chg="addSp delSp modSp new mod modTransition modAnim">
        <pc:chgData name="Zulka Musić" userId="929283a3-b21d-4ab5-b3e6-9963fe2be6ff" providerId="ADAL" clId="{6A033D39-E96F-4AB5-BA1B-CA5BC469AC5C}" dt="2025-07-01T22:21:44.365" v="624"/>
        <pc:sldMkLst>
          <pc:docMk/>
          <pc:sldMk cId="2073568404" sldId="378"/>
        </pc:sldMkLst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2073568404" sldId="378"/>
            <ac:spMk id="2" creationId="{B72FAF83-C05F-1C72-114C-55623A279C08}"/>
          </ac:spMkLst>
        </pc:spChg>
        <pc:spChg chg="del">
          <ac:chgData name="Zulka Musić" userId="929283a3-b21d-4ab5-b3e6-9963fe2be6ff" providerId="ADAL" clId="{6A033D39-E96F-4AB5-BA1B-CA5BC469AC5C}" dt="2025-07-01T22:02:21.107" v="458" actId="931"/>
          <ac:spMkLst>
            <pc:docMk/>
            <pc:sldMk cId="2073568404" sldId="378"/>
            <ac:spMk id="3" creationId="{6C7009BA-B616-80A2-D9A5-38F6C5A0CD6A}"/>
          </ac:spMkLst>
        </pc:spChg>
        <pc:spChg chg="del">
          <ac:chgData name="Zulka Musić" userId="929283a3-b21d-4ab5-b3e6-9963fe2be6ff" providerId="ADAL" clId="{6A033D39-E96F-4AB5-BA1B-CA5BC469AC5C}" dt="2025-07-01T22:04:12.319" v="465" actId="21"/>
          <ac:spMkLst>
            <pc:docMk/>
            <pc:sldMk cId="2073568404" sldId="378"/>
            <ac:spMk id="4" creationId="{1DB4BA82-3245-265F-A0FC-17BF39CE7375}"/>
          </ac:spMkLst>
        </pc:spChg>
        <pc:spChg chg="add del mod">
          <ac:chgData name="Zulka Musić" userId="929283a3-b21d-4ab5-b3e6-9963fe2be6ff" providerId="ADAL" clId="{6A033D39-E96F-4AB5-BA1B-CA5BC469AC5C}" dt="2025-07-01T22:08:34.859" v="473" actId="931"/>
          <ac:spMkLst>
            <pc:docMk/>
            <pc:sldMk cId="2073568404" sldId="378"/>
            <ac:spMk id="10" creationId="{8DE22AA5-D956-4895-9325-6E14031BA1EB}"/>
          </ac:spMkLst>
        </pc:spChg>
        <pc:picChg chg="add del mod">
          <ac:chgData name="Zulka Musić" userId="929283a3-b21d-4ab5-b3e6-9963fe2be6ff" providerId="ADAL" clId="{6A033D39-E96F-4AB5-BA1B-CA5BC469AC5C}" dt="2025-07-01T22:08:27.385" v="472" actId="21"/>
          <ac:picMkLst>
            <pc:docMk/>
            <pc:sldMk cId="2073568404" sldId="378"/>
            <ac:picMk id="6" creationId="{2BBDD15B-EA56-DA8D-A43F-75E17EB05238}"/>
          </ac:picMkLst>
        </pc:picChg>
        <pc:picChg chg="add mod">
          <ac:chgData name="Zulka Musić" userId="929283a3-b21d-4ab5-b3e6-9963fe2be6ff" providerId="ADAL" clId="{6A033D39-E96F-4AB5-BA1B-CA5BC469AC5C}" dt="2025-07-01T22:05:15.733" v="471" actId="14100"/>
          <ac:picMkLst>
            <pc:docMk/>
            <pc:sldMk cId="2073568404" sldId="378"/>
            <ac:picMk id="8" creationId="{8D40B7AC-1249-3024-5B38-D1EC02C7EC21}"/>
          </ac:picMkLst>
        </pc:picChg>
        <pc:picChg chg="add mod">
          <ac:chgData name="Zulka Musić" userId="929283a3-b21d-4ab5-b3e6-9963fe2be6ff" providerId="ADAL" clId="{6A033D39-E96F-4AB5-BA1B-CA5BC469AC5C}" dt="2025-07-01T22:08:49.061" v="478" actId="14100"/>
          <ac:picMkLst>
            <pc:docMk/>
            <pc:sldMk cId="2073568404" sldId="378"/>
            <ac:picMk id="12" creationId="{72E20CD9-1072-F471-5BAA-EF68C0022175}"/>
          </ac:picMkLst>
        </pc:picChg>
      </pc:sldChg>
      <pc:sldChg chg="del">
        <pc:chgData name="Zulka Musić" userId="929283a3-b21d-4ab5-b3e6-9963fe2be6ff" providerId="ADAL" clId="{6A033D39-E96F-4AB5-BA1B-CA5BC469AC5C}" dt="2025-07-01T21:17:27.738" v="289" actId="2696"/>
        <pc:sldMkLst>
          <pc:docMk/>
          <pc:sldMk cId="2170071140" sldId="379"/>
        </pc:sldMkLst>
      </pc:sldChg>
      <pc:sldChg chg="addSp delSp modSp new mod modTransition modAnim">
        <pc:chgData name="Zulka Musić" userId="929283a3-b21d-4ab5-b3e6-9963fe2be6ff" providerId="ADAL" clId="{6A033D39-E96F-4AB5-BA1B-CA5BC469AC5C}" dt="2025-07-01T22:21:47.145" v="625"/>
        <pc:sldMkLst>
          <pc:docMk/>
          <pc:sldMk cId="4049847991" sldId="379"/>
        </pc:sldMkLst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4049847991" sldId="379"/>
            <ac:spMk id="2" creationId="{916DDABD-77F3-D2DB-871C-5E486CA40E5F}"/>
          </ac:spMkLst>
        </pc:spChg>
        <pc:spChg chg="del">
          <ac:chgData name="Zulka Musić" userId="929283a3-b21d-4ab5-b3e6-9963fe2be6ff" providerId="ADAL" clId="{6A033D39-E96F-4AB5-BA1B-CA5BC469AC5C}" dt="2025-07-01T22:13:21.135" v="500"/>
          <ac:spMkLst>
            <pc:docMk/>
            <pc:sldMk cId="4049847991" sldId="379"/>
            <ac:spMk id="3" creationId="{B727A4CC-2E8F-E7A0-7231-CE5DCCF0859F}"/>
          </ac:spMkLst>
        </pc:spChg>
        <pc:spChg chg="del">
          <ac:chgData name="Zulka Musić" userId="929283a3-b21d-4ab5-b3e6-9963fe2be6ff" providerId="ADAL" clId="{6A033D39-E96F-4AB5-BA1B-CA5BC469AC5C}" dt="2025-07-01T22:13:44.426" v="507" actId="21"/>
          <ac:spMkLst>
            <pc:docMk/>
            <pc:sldMk cId="4049847991" sldId="379"/>
            <ac:spMk id="4" creationId="{6000525E-1C2C-C12B-B4A3-5283E8A682BC}"/>
          </ac:spMkLst>
        </pc:spChg>
        <pc:spChg chg="add 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4049847991" sldId="379"/>
            <ac:spMk id="5" creationId="{45F67588-E91E-59BD-8BF9-51884E808A16}"/>
          </ac:spMkLst>
        </pc:spChg>
      </pc:sldChg>
      <pc:sldChg chg="del">
        <pc:chgData name="Zulka Musić" userId="929283a3-b21d-4ab5-b3e6-9963fe2be6ff" providerId="ADAL" clId="{6A033D39-E96F-4AB5-BA1B-CA5BC469AC5C}" dt="2025-07-01T21:17:30.035" v="290" actId="2696"/>
        <pc:sldMkLst>
          <pc:docMk/>
          <pc:sldMk cId="79695288" sldId="380"/>
        </pc:sldMkLst>
      </pc:sldChg>
      <pc:sldChg chg="addSp delSp modSp new mod modTransition modAnim">
        <pc:chgData name="Zulka Musić" userId="929283a3-b21d-4ab5-b3e6-9963fe2be6ff" providerId="ADAL" clId="{6A033D39-E96F-4AB5-BA1B-CA5BC469AC5C}" dt="2025-07-01T22:21:49.529" v="626"/>
        <pc:sldMkLst>
          <pc:docMk/>
          <pc:sldMk cId="259896871" sldId="380"/>
        </pc:sldMkLst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259896871" sldId="380"/>
            <ac:spMk id="2" creationId="{09D3C164-74DB-D12F-79E6-525C175C1632}"/>
          </ac:spMkLst>
        </pc:spChg>
        <pc:spChg chg="del">
          <ac:chgData name="Zulka Musić" userId="929283a3-b21d-4ab5-b3e6-9963fe2be6ff" providerId="ADAL" clId="{6A033D39-E96F-4AB5-BA1B-CA5BC469AC5C}" dt="2025-07-01T22:14:36.743" v="520"/>
          <ac:spMkLst>
            <pc:docMk/>
            <pc:sldMk cId="259896871" sldId="380"/>
            <ac:spMk id="3" creationId="{21C7DB8F-E3FC-B7E1-2C94-0AA48B4BFCF1}"/>
          </ac:spMkLst>
        </pc:spChg>
        <pc:spChg chg="del">
          <ac:chgData name="Zulka Musić" userId="929283a3-b21d-4ab5-b3e6-9963fe2be6ff" providerId="ADAL" clId="{6A033D39-E96F-4AB5-BA1B-CA5BC469AC5C}" dt="2025-07-01T22:15:00.680" v="527" actId="21"/>
          <ac:spMkLst>
            <pc:docMk/>
            <pc:sldMk cId="259896871" sldId="380"/>
            <ac:spMk id="4" creationId="{BFDDF9CF-BF1C-3C46-E04E-818E0CC2B04C}"/>
          </ac:spMkLst>
        </pc:spChg>
        <pc:spChg chg="add mod">
          <ac:chgData name="Zulka Musić" userId="929283a3-b21d-4ab5-b3e6-9963fe2be6ff" providerId="ADAL" clId="{6A033D39-E96F-4AB5-BA1B-CA5BC469AC5C}" dt="2025-07-01T22:20:53.198" v="608" actId="20577"/>
          <ac:spMkLst>
            <pc:docMk/>
            <pc:sldMk cId="259896871" sldId="380"/>
            <ac:spMk id="5" creationId="{3F97D0A8-9C38-0B73-B3F3-7C4F9C01E3BE}"/>
          </ac:spMkLst>
        </pc:spChg>
      </pc:sldChg>
      <pc:sldChg chg="delSp modSp new mod modTransition modAnim">
        <pc:chgData name="Zulka Musić" userId="929283a3-b21d-4ab5-b3e6-9963fe2be6ff" providerId="ADAL" clId="{6A033D39-E96F-4AB5-BA1B-CA5BC469AC5C}" dt="2025-07-01T22:21:51.913" v="627"/>
        <pc:sldMkLst>
          <pc:docMk/>
          <pc:sldMk cId="2270955414" sldId="381"/>
        </pc:sldMkLst>
        <pc:spChg chg="del">
          <ac:chgData name="Zulka Musić" userId="929283a3-b21d-4ab5-b3e6-9963fe2be6ff" providerId="ADAL" clId="{6A033D39-E96F-4AB5-BA1B-CA5BC469AC5C}" dt="2025-07-01T22:15:50.352" v="548" actId="21"/>
          <ac:spMkLst>
            <pc:docMk/>
            <pc:sldMk cId="2270955414" sldId="381"/>
            <ac:spMk id="2" creationId="{9A8DC99A-DEA8-D884-0E37-E4984621814B}"/>
          </ac:spMkLst>
        </pc:spChg>
        <pc:spChg chg="mod">
          <ac:chgData name="Zulka Musić" userId="929283a3-b21d-4ab5-b3e6-9963fe2be6ff" providerId="ADAL" clId="{6A033D39-E96F-4AB5-BA1B-CA5BC469AC5C}" dt="2025-07-01T22:17:22.019" v="570" actId="790"/>
          <ac:spMkLst>
            <pc:docMk/>
            <pc:sldMk cId="2270955414" sldId="381"/>
            <ac:spMk id="3" creationId="{5AB9A33B-F55B-F9A6-581A-2F741D9FE965}"/>
          </ac:spMkLst>
        </pc:spChg>
        <pc:spChg chg="del">
          <ac:chgData name="Zulka Musić" userId="929283a3-b21d-4ab5-b3e6-9963fe2be6ff" providerId="ADAL" clId="{6A033D39-E96F-4AB5-BA1B-CA5BC469AC5C}" dt="2025-07-01T22:15:45.535" v="547" actId="21"/>
          <ac:spMkLst>
            <pc:docMk/>
            <pc:sldMk cId="2270955414" sldId="381"/>
            <ac:spMk id="4" creationId="{14B50FED-6EEE-E817-DF77-056543DB0DDD}"/>
          </ac:spMkLst>
        </pc:spChg>
      </pc:sldChg>
      <pc:sldChg chg="del">
        <pc:chgData name="Zulka Musić" userId="929283a3-b21d-4ab5-b3e6-9963fe2be6ff" providerId="ADAL" clId="{6A033D39-E96F-4AB5-BA1B-CA5BC469AC5C}" dt="2025-07-01T21:17:32.287" v="291" actId="2696"/>
        <pc:sldMkLst>
          <pc:docMk/>
          <pc:sldMk cId="3304068007" sldId="3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1741715"/>
            <a:ext cx="12191997" cy="3624943"/>
          </a:xfrm>
        </p:spPr>
        <p:txBody>
          <a:bodyPr/>
          <a:lstStyle/>
          <a:p>
            <a:r>
              <a:rPr lang="bs-Latn-BA" sz="2700" noProof="0" dirty="0"/>
              <a:t>Zloupotreba</a:t>
            </a:r>
          </a:p>
          <a:p>
            <a:r>
              <a:rPr lang="bs-Latn-BA" sz="2700" noProof="0" dirty="0"/>
              <a:t>Društvenih </a:t>
            </a:r>
          </a:p>
          <a:p>
            <a:r>
              <a:rPr lang="bs-Latn-BA" sz="2700" noProof="0" dirty="0"/>
              <a:t>Mreža</a:t>
            </a:r>
          </a:p>
          <a:p>
            <a:r>
              <a:rPr lang="bs-Latn-BA" sz="2700" noProof="0" dirty="0"/>
              <a:t>Na</a:t>
            </a:r>
          </a:p>
          <a:p>
            <a:r>
              <a:rPr lang="bs-Latn-BA" sz="2700" noProof="0" dirty="0"/>
              <a:t>Primjeru</a:t>
            </a:r>
          </a:p>
          <a:p>
            <a:r>
              <a:rPr lang="bs-Latn-BA" sz="2700" noProof="0" dirty="0"/>
              <a:t>Prikrivenog</a:t>
            </a:r>
          </a:p>
          <a:p>
            <a:r>
              <a:rPr lang="bs-Latn-BA" sz="2700" noProof="0" dirty="0" err="1"/>
              <a:t>oglašavanja</a:t>
            </a:r>
            <a:endParaRPr lang="bs-Latn-BA" sz="270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2F696B-FBBE-0900-2F5A-F8A0862DA2D9}"/>
              </a:ext>
            </a:extLst>
          </p:cNvPr>
          <p:cNvSpPr txBox="1"/>
          <p:nvPr/>
        </p:nvSpPr>
        <p:spPr>
          <a:xfrm>
            <a:off x="5094956" y="5987143"/>
            <a:ext cx="2002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s-Latn-BA" noProof="0" dirty="0">
                <a:solidFill>
                  <a:schemeClr val="accent3"/>
                </a:solidFill>
              </a:rPr>
              <a:t>Zulka Musić</a:t>
            </a:r>
          </a:p>
          <a:p>
            <a:pPr algn="ctr"/>
            <a:r>
              <a:rPr lang="bs-Latn-BA" noProof="0" dirty="0">
                <a:solidFill>
                  <a:schemeClr val="accent3"/>
                </a:solidFill>
              </a:rPr>
              <a:t>Travnik, juli 2025.</a:t>
            </a:r>
            <a:r>
              <a:rPr lang="bs-Latn-BA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CC61B3D-D25C-3907-D954-B2237F6C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bs-Latn-BA" noProof="0" dirty="0"/>
              <a:t>uvod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3B36FDD-3289-ED9B-1B26-9E7CF78E4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038" y="2465539"/>
            <a:ext cx="4320133" cy="37237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R="0" lvl="0" fontAlgn="base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SzTx/>
              <a:tabLst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Društvene mreže su danas jedan od glavnih kanala za </a:t>
            </a:r>
            <a:r>
              <a:rPr kumimoji="0" lang="bs-Latn-BA" sz="24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oglašavanje</a:t>
            </a: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.</a:t>
            </a:r>
          </a:p>
          <a:p>
            <a:pPr marR="0" lvl="0" fontAlgn="base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SzTx/>
              <a:tabLst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</a:t>
            </a:r>
            <a:r>
              <a:rPr kumimoji="0" lang="bs-Latn-BA" sz="24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Influenseri</a:t>
            </a: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imaju jak uticaj na </a:t>
            </a:r>
            <a:r>
              <a:rPr kumimoji="0" lang="bs-Latn-BA" sz="24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ponašanje</a:t>
            </a: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potrošača, naročito mladih.</a:t>
            </a:r>
          </a:p>
          <a:p>
            <a:pPr marR="0" lvl="0" fontAlgn="base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SzTx/>
              <a:tabLst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Problem nastaje kada </a:t>
            </a:r>
            <a:r>
              <a:rPr kumimoji="0" lang="bs-Latn-BA" sz="24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influenseri</a:t>
            </a: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kumimoji="0" lang="bs-Latn-BA" sz="24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ne označe </a:t>
            </a:r>
            <a:r>
              <a:rPr kumimoji="0" lang="bs-Latn-BA" sz="2400" b="1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sponzorisani</a:t>
            </a:r>
            <a:r>
              <a:rPr kumimoji="0" lang="bs-Latn-BA" sz="24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sadržaj</a:t>
            </a: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, što dovodi do manipulacije i obmane.</a:t>
            </a:r>
          </a:p>
        </p:txBody>
      </p:sp>
      <p:pic>
        <p:nvPicPr>
          <p:cNvPr id="17" name="Picture 16" descr="A computer with social media icons&#10;&#10;AI-generated content may be incorrect.">
            <a:extLst>
              <a:ext uri="{FF2B5EF4-FFF2-40B4-BE49-F238E27FC236}">
                <a16:creationId xmlns:a16="http://schemas.microsoft.com/office/drawing/2014/main" id="{2D243648-0B3E-D61F-5728-B0841AB7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173" y="2465539"/>
            <a:ext cx="4897299" cy="36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bs-Latn-BA" noProof="0" dirty="0"/>
              <a:t>Šta je prikriveno </a:t>
            </a:r>
            <a:r>
              <a:rPr lang="bs-Latn-BA" noProof="0" dirty="0" err="1"/>
              <a:t>oglašavanje</a:t>
            </a:r>
            <a:r>
              <a:rPr lang="bs-Latn-BA" noProof="0" dirty="0"/>
              <a:t>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6EDE891-7C98-4DDA-3651-60EC85ED8CD2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3305175" y="2538762"/>
            <a:ext cx="785268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Oglašavanje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koje </a:t>
            </a: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namjerno izgleda kao lična preporuka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Nema oznake #ad, #sponzorisano ili „plaćena saradnja“.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Potrošači </a:t>
            </a: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nisu svjesni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da gledaju reklamu.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bs-Latn-BA" sz="2800" noProof="0" dirty="0">
                <a:solidFill>
                  <a:schemeClr val="accent3"/>
                </a:solidFill>
                <a:latin typeface="+mj-lt"/>
              </a:rPr>
              <a:t>Npr. „Ovaj proizvod mi je promijenio život, ne mogu da živim bez njega.“</a:t>
            </a:r>
            <a:endParaRPr kumimoji="0" lang="bs-Latn-BA" sz="2800" b="0" i="0" u="none" strike="noStrike" cap="none" normalizeH="0" baseline="0" noProof="0" dirty="0">
              <a:ln>
                <a:noFill/>
              </a:ln>
              <a:solidFill>
                <a:schemeClr val="accent3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271F-3C20-CDAF-06CC-6DDC0EF15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Kako se prikriveni marketing sprovodi?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8053DA5-2763-5997-5461-A831CFEE4F50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3305669" y="2969647"/>
            <a:ext cx="789573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Influenseri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dijele „iskrene preporuke“ bez otkrivanja saradnje s brendom.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Sadržaj izgleda autentično, ali je u suštini </a:t>
            </a: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plaćena reklama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Neki brendovi čak i zahtijevaju da se </a:t>
            </a: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ne navede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da je sadržaj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sponzorisan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.</a:t>
            </a:r>
            <a:endParaRPr kumimoji="0" lang="bs-Latn-BA" sz="20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79152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F457-14D8-D372-191C-EEB7CD87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Posljedice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F24A94-8B69-28EE-5AE6-83EEB7ADBF31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3305669" y="2538760"/>
            <a:ext cx="779776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Obmana potrošača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– vjeruju da je preporuka iskrena.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Kršenje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zakonskih propisa i pravila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oglašavanja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Gubitak povjerenja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u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influensere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i brendove.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Negativan uticaj na djecu i tinejdžere – nesvjesno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oponašanje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i potrošnja.</a:t>
            </a:r>
            <a:endParaRPr kumimoji="0" lang="bs-Latn-BA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7898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AF83-C05F-1C72-114C-55623A27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048" y="113097"/>
            <a:ext cx="4717102" cy="1656304"/>
          </a:xfrm>
        </p:spPr>
        <p:txBody>
          <a:bodyPr/>
          <a:lstStyle/>
          <a:p>
            <a:r>
              <a:rPr lang="bs-Latn-BA" noProof="0" dirty="0"/>
              <a:t>Primjeri</a:t>
            </a:r>
          </a:p>
        </p:txBody>
      </p:sp>
      <p:pic>
        <p:nvPicPr>
          <p:cNvPr id="8" name="Picture 7" descr="A hand with long nails and a few bottles of makeup&#10;&#10;AI-generated content may be incorrect.">
            <a:extLst>
              <a:ext uri="{FF2B5EF4-FFF2-40B4-BE49-F238E27FC236}">
                <a16:creationId xmlns:a16="http://schemas.microsoft.com/office/drawing/2014/main" id="{8D40B7AC-1249-3024-5B38-D1EC02C7E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76200"/>
            <a:ext cx="4017360" cy="6934200"/>
          </a:xfrm>
          <a:prstGeom prst="rect">
            <a:avLst/>
          </a:prstGeom>
        </p:spPr>
      </p:pic>
      <p:pic>
        <p:nvPicPr>
          <p:cNvPr id="12" name="Content Placeholder 11" descr="A person with a burger and fries&#10;&#10;AI-generated content may be incorrect.">
            <a:extLst>
              <a:ext uri="{FF2B5EF4-FFF2-40B4-BE49-F238E27FC236}">
                <a16:creationId xmlns:a16="http://schemas.microsoft.com/office/drawing/2014/main" id="{72E20CD9-1072-F471-5BAA-EF68C0022175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tretch>
            <a:fillRect/>
          </a:stretch>
        </p:blipFill>
        <p:spPr>
          <a:xfrm>
            <a:off x="5704782" y="2397524"/>
            <a:ext cx="4887018" cy="4201566"/>
          </a:xfrm>
        </p:spPr>
      </p:pic>
    </p:spTree>
    <p:extLst>
      <p:ext uri="{BB962C8B-B14F-4D97-AF65-F5344CB8AC3E}">
        <p14:creationId xmlns:p14="http://schemas.microsoft.com/office/powerpoint/2010/main" val="20735684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DABD-77F3-D2DB-871C-5E486CA4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Zakonska regulativa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F67588-E91E-59BD-8BF9-51884E808A16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3305669" y="2754203"/>
            <a:ext cx="781209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EU i SAD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imaju zakone koji traže jasno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označavanje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sponzorstava.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Instagram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i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TikTok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imaju opcije poput „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Paid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partnership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with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...“ koje se često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ignorišu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Nedovoljna kontrola i slaba sankcija čine zakon slabim.</a:t>
            </a:r>
          </a:p>
        </p:txBody>
      </p:sp>
    </p:spTree>
    <p:extLst>
      <p:ext uri="{BB962C8B-B14F-4D97-AF65-F5344CB8AC3E}">
        <p14:creationId xmlns:p14="http://schemas.microsoft.com/office/powerpoint/2010/main" val="40498479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3C164-74DB-D12F-79E6-525C175C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Zaključak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F97D0A8-9C38-0B73-B3F3-7C4F9C01E3BE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3305670" y="2969647"/>
            <a:ext cx="786307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Prikriveno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oglašavanje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je </a:t>
            </a: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ozbiljan problem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u digitalnom marketingu.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Potrebna je </a:t>
            </a: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veća transparentnost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kumimoji="0" lang="bs-Latn-BA" sz="2800" b="0" i="0" u="none" strike="noStrike" cap="none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influensera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i odgovornost brendova.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- Korisnici moraju razviti </a:t>
            </a:r>
            <a:r>
              <a:rPr kumimoji="0" lang="bs-Latn-BA" sz="2800" b="1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kritički pristup</a:t>
            </a:r>
            <a:r>
              <a:rPr kumimoji="0" lang="bs-Latn-BA" sz="2800" b="0" i="0" u="none" strike="noStrike" cap="none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prema sadržaju koji prate.</a:t>
            </a:r>
            <a:endParaRPr kumimoji="0" lang="bs-Latn-BA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968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B9A33B-F55B-F9A6-581A-2F741D9FE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848" y="2972393"/>
            <a:ext cx="11562303" cy="913213"/>
          </a:xfrm>
        </p:spPr>
        <p:txBody>
          <a:bodyPr/>
          <a:lstStyle/>
          <a:p>
            <a:r>
              <a:rPr lang="bs-Latn-BA" noProof="0" dirty="0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2709554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sharepoint/v3"/>
    <ds:schemaRef ds:uri="http://schemas.microsoft.com/office/2006/metadata/properties"/>
    <ds:schemaRef ds:uri="230e9df3-be65-4c73-a93b-d1236ebd677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16c05727-aa75-4e4a-9b5f-8a80a1165891"/>
    <ds:schemaRef ds:uri="71af3243-3dd4-4a8d-8c0d-dd76da1f02a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{BC418D16-FB19-48E8-9D9D-33B6205F3097}TFe8699e8e-689b-4d7e-abcf-e888fd749829db3118dc_win32-d573b439b56f</Template>
  <TotalTime>646</TotalTime>
  <Words>274</Words>
  <Application>Microsoft Office PowerPoint</Application>
  <PresentationFormat>Widescreen</PresentationFormat>
  <Paragraphs>40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Nova</vt:lpstr>
      <vt:lpstr>Biome</vt:lpstr>
      <vt:lpstr>Calibri</vt:lpstr>
      <vt:lpstr>Custom</vt:lpstr>
      <vt:lpstr>PowerPoint Presentation</vt:lpstr>
      <vt:lpstr>uvod</vt:lpstr>
      <vt:lpstr>Šta je prikriveno oglašavanje?</vt:lpstr>
      <vt:lpstr>Kako se prikriveni marketing sprovodi?</vt:lpstr>
      <vt:lpstr>Posljedice </vt:lpstr>
      <vt:lpstr>Primjeri</vt:lpstr>
      <vt:lpstr>Zakonska regulativa</vt:lpstr>
      <vt:lpstr>Zaključak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Zulka Musić</dc:creator>
  <cp:lastModifiedBy>Zulka Musić</cp:lastModifiedBy>
  <cp:revision>1</cp:revision>
  <dcterms:created xsi:type="dcterms:W3CDTF">2025-06-30T18:59:02Z</dcterms:created>
  <dcterms:modified xsi:type="dcterms:W3CDTF">2025-07-01T22:21:55Z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